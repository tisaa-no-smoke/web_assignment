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c2fd771808461b" /><Relationship Type="http://schemas.openxmlformats.org/officeDocument/2006/relationships/extended-properties" Target="/docProps/app.xml" Id="R5d52b373024f4649" /><Relationship Type="http://schemas.openxmlformats.org/officeDocument/2006/relationships/officeDocument" Target="/ppt/presentation.xml" Id="Raa7c3933a1b149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87926089de4092"/>
  </p:sldMasterIdLst>
  <p:notesMasterIdLst>
    <p:notesMasterId xmlns:r="http://schemas.openxmlformats.org/officeDocument/2006/relationships" r:id="Rd64b842846244d61"/>
  </p:notesMasterIdLst>
  <p:sldIdLst>
    <p:sldId xmlns:r="http://schemas.openxmlformats.org/officeDocument/2006/relationships" id="256" r:id="Re2062c338b074f99"/>
    <p:sldId xmlns:r="http://schemas.openxmlformats.org/officeDocument/2006/relationships" id="257" r:id="R8316c63f07b14beb"/>
    <p:sldId xmlns:r="http://schemas.openxmlformats.org/officeDocument/2006/relationships" id="258" r:id="R779221b6c5784449"/>
    <p:sldId xmlns:r="http://schemas.openxmlformats.org/officeDocument/2006/relationships" id="259" r:id="R2638392bb1c64f02"/>
    <p:sldId xmlns:r="http://schemas.openxmlformats.org/officeDocument/2006/relationships" id="260" r:id="R7b007545ea6b4592"/>
    <p:sldId xmlns:r="http://schemas.openxmlformats.org/officeDocument/2006/relationships" id="261" r:id="R3d2c0c7fcfdd4983"/>
    <p:sldId xmlns:r="http://schemas.openxmlformats.org/officeDocument/2006/relationships" id="262" r:id="Re3c9380b4ac0470b"/>
    <p:sldId xmlns:r="http://schemas.openxmlformats.org/officeDocument/2006/relationships" id="263" r:id="Rb1f07f86b3f34378"/>
    <p:sldId xmlns:r="http://schemas.openxmlformats.org/officeDocument/2006/relationships" id="264" r:id="Ra8a8d94835f44e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4b7b7a16d848b6" /><Relationship Type="http://schemas.openxmlformats.org/officeDocument/2006/relationships/slideMaster" Target="/ppt/slideMasters/slideMaster1.xml" Id="Rcf87926089de4092" /><Relationship Type="http://schemas.openxmlformats.org/officeDocument/2006/relationships/notesMaster" Target="/ppt/notesMasters/notesMaster1.xml" Id="Rd64b842846244d61" /><Relationship Type="http://schemas.openxmlformats.org/officeDocument/2006/relationships/presProps" Target="/ppt/presProps.xml" Id="Rdd292c37558e4631" /><Relationship Type="http://schemas.openxmlformats.org/officeDocument/2006/relationships/viewProps" Target="/ppt/viewProps.xml" Id="R38d57a0e42814495" /><Relationship Type="http://schemas.openxmlformats.org/officeDocument/2006/relationships/tableStyles" Target="/ppt/tableStyles.xml" Id="R644da51da5404f5e" /><Relationship Type="http://schemas.openxmlformats.org/officeDocument/2006/relationships/slide" Target="/ppt/slides/slide1.xml" Id="Re2062c338b074f99" /><Relationship Type="http://schemas.openxmlformats.org/officeDocument/2006/relationships/slide" Target="/ppt/slides/slide2.xml" Id="R8316c63f07b14beb" /><Relationship Type="http://schemas.openxmlformats.org/officeDocument/2006/relationships/slide" Target="/ppt/slides/slide3.xml" Id="R779221b6c5784449" /><Relationship Type="http://schemas.openxmlformats.org/officeDocument/2006/relationships/slide" Target="/ppt/slides/slide4.xml" Id="R2638392bb1c64f02" /><Relationship Type="http://schemas.openxmlformats.org/officeDocument/2006/relationships/slide" Target="/ppt/slides/slide5.xml" Id="R7b007545ea6b4592" /><Relationship Type="http://schemas.openxmlformats.org/officeDocument/2006/relationships/slide" Target="/ppt/slides/slide6.xml" Id="R3d2c0c7fcfdd4983" /><Relationship Type="http://schemas.openxmlformats.org/officeDocument/2006/relationships/slide" Target="/ppt/slides/slide7.xml" Id="Re3c9380b4ac0470b" /><Relationship Type="http://schemas.openxmlformats.org/officeDocument/2006/relationships/slide" Target="/ppt/slides/slide8.xml" Id="Rb1f07f86b3f34378" /><Relationship Type="http://schemas.openxmlformats.org/officeDocument/2006/relationships/slide" Target="/ppt/slides/slide9.xml" Id="Ra8a8d94835f44e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4964a62ed47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63e6aa78a94f0a" /><Relationship Type="http://schemas.openxmlformats.org/officeDocument/2006/relationships/notesMaster" Target="/ppt/notesMasters/notesMaster1.xml" Id="R523065b1849c43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a18a07070947ec" /><Relationship Type="http://schemas.openxmlformats.org/officeDocument/2006/relationships/notesMaster" Target="/ppt/notesMasters/notesMaster1.xml" Id="Racd6a9b8bc5249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359305f2f941a8" /><Relationship Type="http://schemas.openxmlformats.org/officeDocument/2006/relationships/notesMaster" Target="/ppt/notesMasters/notesMaster1.xml" Id="R9d0ab36a813d4c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84bc06e2be4ede" /><Relationship Type="http://schemas.openxmlformats.org/officeDocument/2006/relationships/notesMaster" Target="/ppt/notesMasters/notesMaster1.xml" Id="R7420eb2fa1994b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4b98a648e040b2" /><Relationship Type="http://schemas.openxmlformats.org/officeDocument/2006/relationships/notesMaster" Target="/ppt/notesMasters/notesMaster1.xml" Id="Re91f883866c44c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ad1a8f36954ba2" /><Relationship Type="http://schemas.openxmlformats.org/officeDocument/2006/relationships/notesMaster" Target="/ppt/notesMasters/notesMaster1.xml" Id="Re907fabfe0bb4b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d1da5c1329467e" /><Relationship Type="http://schemas.openxmlformats.org/officeDocument/2006/relationships/notesMaster" Target="/ppt/notesMasters/notesMaster1.xml" Id="R4f40673cc8a946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da89d887db4fb5" /><Relationship Type="http://schemas.openxmlformats.org/officeDocument/2006/relationships/notesMaster" Target="/ppt/notesMasters/notesMaster1.xml" Id="R387945c21af44b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1269b15e584684" /><Relationship Type="http://schemas.openxmlformats.org/officeDocument/2006/relationships/notesMaster" Target="/ppt/notesMasters/notesMaster1.xml" Id="R77a66f5a520049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ff58250ce47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5e33d1f0884d3c" /><Relationship Type="http://schemas.openxmlformats.org/officeDocument/2006/relationships/slideLayout" Target="/ppt/slideLayouts/slideLayout1.xml" Id="R169659c26bf247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9659c26bf247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1c7230bab409e" /><Relationship Type="http://schemas.openxmlformats.org/officeDocument/2006/relationships/image" Target="/ppt/media/image.jpeg" Id="Rf1619d3ce73a4201" /><Relationship Type="http://schemas.openxmlformats.org/officeDocument/2006/relationships/notesSlide" Target="/ppt/notesSlides/notesSlide1.xml" Id="R7f3f726865eb48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4b0c12f7743f1" /><Relationship Type="http://schemas.openxmlformats.org/officeDocument/2006/relationships/notesSlide" Target="/ppt/notesSlides/notesSlide2.xml" Id="Rc2b256b28fc147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762fa46d94b7b" /><Relationship Type="http://schemas.openxmlformats.org/officeDocument/2006/relationships/notesSlide" Target="/ppt/notesSlides/notesSlide3.xml" Id="Rc2bbebe40c9f45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44f3688c54bf6" /><Relationship Type="http://schemas.openxmlformats.org/officeDocument/2006/relationships/image" Target="/ppt/media/image2.jpeg" Id="R801433da301d4597" /><Relationship Type="http://schemas.openxmlformats.org/officeDocument/2006/relationships/notesSlide" Target="/ppt/notesSlides/notesSlide4.xml" Id="Rd9c9a069cc5040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c259f277541bd" /><Relationship Type="http://schemas.openxmlformats.org/officeDocument/2006/relationships/notesSlide" Target="/ppt/notesSlides/notesSlide5.xml" Id="R1ae4e4a0f90943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03f3b7688405f" /><Relationship Type="http://schemas.openxmlformats.org/officeDocument/2006/relationships/notesSlide" Target="/ppt/notesSlides/notesSlide6.xml" Id="R455e220ad04840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706704bc24cad" /><Relationship Type="http://schemas.openxmlformats.org/officeDocument/2006/relationships/image" Target="/ppt/media/image3.jpeg" Id="R928c86c465414f05" /><Relationship Type="http://schemas.openxmlformats.org/officeDocument/2006/relationships/image" Target="/ppt/media/image4.jpeg" Id="R1aea36d09a2d4287" /><Relationship Type="http://schemas.openxmlformats.org/officeDocument/2006/relationships/image" Target="/ppt/media/image5.jpeg" Id="R31962f1bb26343cb" /><Relationship Type="http://schemas.openxmlformats.org/officeDocument/2006/relationships/notesSlide" Target="/ppt/notesSlides/notesSlide7.xml" Id="R87afd4f535ef49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dfff8feb5485d" /><Relationship Type="http://schemas.openxmlformats.org/officeDocument/2006/relationships/image" Target="/ppt/media/image6.jpeg" Id="R7afdac6e95264b5b" /><Relationship Type="http://schemas.openxmlformats.org/officeDocument/2006/relationships/notesSlide" Target="/ppt/notesSlides/notesSlide8.xml" Id="R99858e37d05f4a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0452a0fce405c" /><Relationship Type="http://schemas.openxmlformats.org/officeDocument/2006/relationships/notesSlide" Target="/ppt/notesSlides/notesSlide9.xml" Id="Re5678fd48c2f4b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AABFD0-BCE5-4552-A1AE-A1F99EB7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19d3ce73a4201"/>
          <a:srcRect xmlns:a="http://schemas.openxmlformats.org/drawingml/2006/main" l="21420" t="0" r="214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0"/>
            <a:ext cx="69723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D50FE-83AF-41FF-896E-EE73BC7D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C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98105-4901-40AA-9343-299E6E7A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5AC070F-1D72-4A0F-B19C-D0797D40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53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9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7FC4DE0-FF47-480D-A4C8-4BB7BCE4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92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892F"/>
                </a:solidFill>
                <a:latin typeface="Arial"/>
                <a:ea typeface="Arial"/>
                <a:cs typeface="Arial"/>
              </a:rPr>
              <a:t>WEB DEVELOPMENT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FB2CC-C4F4-44A3-A745-FA9E8D0E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5048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Angkor Maison gives Cambodian craft a modern online storefront.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6A64C-D539-4349-8B6C-B113AB47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D8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D8C0"/>
                </a:solidFill>
                <a:latin typeface="Arial"/>
                <a:ea typeface="Arial"/>
                <a:cs typeface="Arial"/>
              </a:rPr>
              <a:t>A responsive e-commerce website for furniture, lighting, plants, wall decoration, and home accessories made by Khmer artisans.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8F659-5BB6-4BC1-8BD4-4DEB3BFB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390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82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609A5-EB7A-42E9-9B88-82B7EA8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472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A7472D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3A0BB-A6A1-4AB4-AA63-F562714C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DBC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DBCA7"/>
                </a:solidFill>
                <a:latin typeface="Arial"/>
                <a:ea typeface="Arial"/>
                <a:cs typeface="Arial"/>
              </a:rPr>
              <a:t>Product items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8CA77-8BC0-4562-9098-664A37E9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05300"/>
            <a:ext cx="1390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82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41B76-E526-4BBF-AAF4-E4D1B9BE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4817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472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A7472D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95672-7F38-40DB-A082-322584B4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101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DBC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DBCA7"/>
                </a:solidFill>
                <a:latin typeface="Arial"/>
                <a:ea typeface="Arial"/>
                <a:cs typeface="Arial"/>
              </a:rPr>
              <a:t>Website pages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CE6C2-3160-448B-9DA9-B9D0222A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1390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82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8174C-0092-4892-9738-AB4C46E6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4817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472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A7472D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67DD2-0A5A-42BA-9192-52A85015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101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DBC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DBCA7"/>
                </a:solidFill>
                <a:latin typeface="Arial"/>
                <a:ea typeface="Arial"/>
                <a:cs typeface="Arial"/>
              </a:rPr>
              <a:t>Payment options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AB2E5-DF9B-4A37-BCD5-49973898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9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892F"/>
                </a:solidFill>
                <a:latin typeface="Arial"/>
                <a:ea typeface="Arial"/>
                <a:cs typeface="Arial"/>
              </a:rPr>
              <a:t>HTML · CSS · Bootstrap · JavaScript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957AA-6CCD-48E3-926D-3A100D2E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66AE62-3D70-4EF0-A0A5-4EDC4F69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06F6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06F62"/>
                </a:solidFill>
                <a:latin typeface="Arial"/>
                <a:ea typeface="Arial"/>
                <a:cs typeface="Arial"/>
              </a:rPr>
              <a:t>Source: local Angkor Maison website project 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EC963-72CB-4159-8FBB-4B91CF69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87763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A8708A-7CC1-43F9-AB37-9CB50C5F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0AA7D-9E25-4FF4-A20E-124969D8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39D32-EBB0-487D-8793-575924ED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D5DAE-B62B-4876-9896-9825DBB8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9696D-C82E-49AD-AAC8-7BFD3687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AD653-BA30-4E7E-9D2A-451034EA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6B156-C34C-4C3E-B485-945088A5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A131A-5682-4C39-8E9A-D74F2C39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15715-78C6-4E95-82E8-E0D8BFF9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A82B3-E993-46F0-BD0F-F7C20617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A1BBE-9128-410F-A04E-EA7F6733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74C9A-C422-44E4-B5C5-0E9FE129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D8362-E413-40EA-AC5E-61055C8C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E2A79-242D-44BE-9D98-977ECF22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3633D-059F-4F9C-8A08-2C67E8DF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84769-DDD4-49EF-B8BF-DE44E585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0131B-E0E3-497A-BF41-7FDED790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480C1-10A8-4F66-AC06-80EE029A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8DC0DD-9B8B-4B90-953F-7BC92A96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63215-099F-41E3-9748-4D1E873F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81B36-35C9-401D-9A37-19DCC37C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875C7D-A5D4-4C61-87FF-C652DC5E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810F5-1F6D-48C5-9D51-B6A5DA80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F09CD-22C9-4BF9-A253-F5A89862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7A25C-1E96-4A42-A5FA-F8EB1685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75AAFD-4313-432A-AE24-917FEC65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6B54562-3C00-42CF-A5C6-1E2C566B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C5C8553-C1D5-4112-BCEF-516FBA06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PROBLEMS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BD35B2-5A25-427F-9831-9230788C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90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Local handmade products need clearer online discovery and trust.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96FE6C-2833-49A6-BD9F-5AC37544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The project focuses on common shopping problems for Cambodian-made home decor: visibility, trust, product detail, and checkout clarity.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E7014F-0F0B-4848-BFA2-F52B444F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19150"/>
            <a:ext cx="409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0B18D3-4775-471A-B56C-6DE58B99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287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F28"/>
          </a:solidFill>
          <a:ln xmlns:a="http://schemas.openxmlformats.org/drawingml/2006/main" w="9525">
            <a:solidFill>
              <a:srgbClr val="7E2F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A1756E-1B20-4A59-9A11-B9698ECD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287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BCB919-DB02-4BD1-914B-20306650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096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Hard to discover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2310A-2478-44F5-B874-4C188DC5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954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Customers may not know where to find authentic Cambodian furniture and decor online.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01A7DF-A08F-422A-9B2D-1C7BE3AB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09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6B18DF-5079-4D3F-BE48-AC1B1599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9525">
            <a:solidFill>
              <a:srgbClr val="A7472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15A336-94A5-41FE-94D3-A399304F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BFA71F-133F-4E64-A4FC-D4DD15E9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288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Low product trust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317B10-79E7-4814-8726-08BBC6AF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Handmade products need clear images, prices, details, and origin information.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50068B-C65C-4468-8656-48D53B94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409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41F198-ECA6-4DAC-8AF4-E9D16D6D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F28"/>
          </a:solidFill>
          <a:ln xmlns:a="http://schemas.openxmlformats.org/drawingml/2006/main" w="9525">
            <a:solidFill>
              <a:srgbClr val="7E2F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C8394E-BFBE-42E2-9BD6-446790A7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672AFD-A445-4EAD-9CC8-4BCF89F1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480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Weak shopping flow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13B215-E90A-4877-A0A7-82B579A2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338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Without cart, checkout, payment, and receipts, the website feels incomplete.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D34C40-651A-4F21-9C40-1B832B5E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09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730342-46E0-48DD-A77E-1530A80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863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9525">
            <a:solidFill>
              <a:srgbClr val="A7472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7B9EA9-013B-49D0-913C-8B75D943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863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B327B2-8B65-4891-BC34-1C161E56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72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Limited artisan reach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842508-4036-42F1-8EB7-B31BC518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530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Small workshops need a digital place to show their work beyond one physical location.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3D48D1-BEC5-4B39-B06D-C160363D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6850F4-0074-46BA-BE3C-38594585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Project response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FEE90E-3221-4EC6-9EA8-BA46757A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4629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Build a website that feels local, clear, and complete enough for real customer use.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31DB9C-A0E9-4D57-8C2A-8A3AF190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079C0C-78FF-422F-9C6F-A7B9D489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06F6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06F62"/>
                </a:solidFill>
                <a:latin typeface="Arial"/>
                <a:ea typeface="Arial"/>
                <a:cs typeface="Arial"/>
              </a:rPr>
              <a:t>Angkor Maison project presentation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87B586-5AD1-4CF7-8546-DB643F33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18371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F30D92-9F51-4A14-85C0-B0607863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E584420-B8EC-4D59-AD3F-936C5FFA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05FB112-08B7-4F96-A9BA-05E062F8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7DBC9-92DE-48B8-9770-51B39DEF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The website connects every shopping step in one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B449A-BC6E-4F14-BA85-EEBFBD59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Angkor Maison is designed as a complete e-commerce experience, not only a static product gallery.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A584C-D7E6-465D-B22B-E04F495B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2209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2D703-EBF1-474C-97D9-2941BE9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472D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A7472D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F432C-06FF-4842-BE1F-2DCF2370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654DA-EB4E-4D84-9FAF-3C03F662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Home hero, featured products, discounts, and categories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3A1E0-F0A0-4F11-9471-5418A13E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8F5F5-4F81-4B92-AC7C-7A96FF2D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FEC15-8E72-4FA9-8FC1-8EF5ADDA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2209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B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E5A04-A6BE-42C3-B21A-8F8CE7A8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472D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A7472D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3F19C-4298-4139-A7E4-DE6FCF9F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Browse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04584-F407-4F63-924B-4B45BE35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Products page with category filters and 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215A0-5FD3-41B7-8AA3-D6A2FED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B9230-BE29-48F4-B8E8-F81BFF5B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95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40D3C-2A79-452B-B839-338ACF70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2209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B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FDE48-C7E8-4D15-B783-231772F3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472D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A7472D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77C41-7109-4050-9B27-9A326240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8F122-BEA1-4879-8C39-C77E8AF2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Product detail modal with price, material, origin, size, and care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3CC7E4-23AD-44EC-90E0-C2CFF522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3B4F7B-4B5C-49C4-BA0F-D46BD4BF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95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19DEF-CA77-4F4C-ACE3-915583EF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81350"/>
            <a:ext cx="2209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B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3A5A4E-3434-42CC-80E4-89520B4B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528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472D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A7472D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DA229-EDD5-4972-A2BC-D98E474B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792268-1065-4AEC-A355-887C73D2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Cart, province delivery, QR/Cash payment, and receipt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4C010A-DB56-463D-BF32-109A9EAE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363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C"/>
          </a:solidFill>
          <a:ln xmlns:a="http://schemas.openxmlformats.org/drawingml/2006/main" w="9525">
            <a:solidFill>
              <a:srgbClr val="2B21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2C56CE-D314-47C8-90CD-84E3FD26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outcome: a clearer way to buy Cambodian-made products from a Phnom Penh-based brand.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D90473-F11D-4EDF-828E-ED7F00FB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D95789-9674-458E-8621-33AE01E8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06F6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06F62"/>
                </a:solidFill>
                <a:latin typeface="Arial"/>
                <a:ea typeface="Arial"/>
                <a:cs typeface="Arial"/>
              </a:rPr>
              <a:t>Angkor Maison project presentation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2E2F3A-0177-4032-92F8-A17A41EE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47166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3A497D-A717-4D31-9DB9-2F1973EB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433da301d4597"/>
          <a:srcRect xmlns:a="http://schemas.openxmlformats.org/drawingml/2006/main" l="24090" t="0" r="240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73E80-9515-4B82-82B9-138F797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71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B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DD6DB1-C37B-47DA-8BF8-2AE4CF43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1C1386-B6B9-4C14-8E38-F00DF5B7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WHY WE CREATED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53C8D-C97E-4EE7-9F6F-0897D869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619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The project supports Khmer artisans and gives Cambodian homes a local design identity.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7B188-1063-46D6-AC33-940F8824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The website is built around Cambodian craft, local materials, fair product storytelling, and practical nationwide shopping.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59598-4556-439E-A643-1468B182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3340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D73CC-7EFE-4CD3-A6C9-6A56F9D7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9525">
            <a:solidFill>
              <a:srgbClr val="A747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7A17D-64BA-400C-AA1E-1DED86E0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D02C8-429C-44B9-A822-226967F5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F4456-DDFF-4072-B6C1-1AF87644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415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Khmer artisans 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77D1C-29C5-4024-87EE-F659BE97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4152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The About page highlights 40+ partner workshops and fair pricing.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5163C-3C40-45ED-9F37-36D5FB32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CF486-7CF3-42A5-87FB-65F654AE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415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Materials from Cambodia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F3A89-8DAD-4F76-947B-B14D2ED0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4152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Rattan, teak, silk, water hyacinth, ceramic, and Kampot pepper appear throughout the products.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AE314-6E8A-40D5-83EF-640F27D6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DA798-C250-4B43-978B-220DF738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E2F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E2F28"/>
                </a:solidFill>
                <a:latin typeface="Arial"/>
                <a:ea typeface="Arial"/>
                <a:cs typeface="Arial"/>
              </a:rPr>
              <a:t>Design direction: sandstone, laterite red, saffron, lotus red, and antique Khmer gold.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A0F26-6E68-4A06-82F1-852B2F5A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6CB7B-077A-4675-A98D-1AD7B065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06F6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06F62"/>
                </a:solidFill>
                <a:latin typeface="Arial"/>
                <a:ea typeface="Arial"/>
                <a:cs typeface="Arial"/>
              </a:rPr>
              <a:t>Angkor Maison project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48E8B-EF96-4D2A-A9EC-EB3F508D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70542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51E29E-FFFC-44C7-A390-827151C8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6655B0-1B16-47EE-A33C-B5CE0A15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DE7765C-BCA2-4F1F-B8FA-E364DBC4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WEBSITE PAGES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20892-3A07-4B88-A164-354D789E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Six pages cover the full customer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2C92D-0C57-42BD-AE11-BE476D23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The navigation is consistent across pages, with clear access to Products, About, Contact, Cart, and Receipt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5FFFE-EAC2-4935-BD50-42E81F8C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B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FDF16-9B0D-4844-8E8F-3C7047F4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Home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C7675-4AF1-4D37-AE91-7C289944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C50A0-FEA6-4874-8732-DC8D3D09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Brand introduction, hero message, categories, featured deals, testimonials.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D9FE0-EBD7-40D6-8551-6A165187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B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29D66-84F3-4E73-A56C-414FE1D9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Products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D3BD4-F3C9-4954-A8C7-80663055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86766-0DB8-46ED-9961-D31ECB29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All products, category filters, search, USD and riel pricing.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5E51F-273C-4E83-AC5F-8A5E52BF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B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7B25B-D76D-4284-A852-2764FFDC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About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D651C-1687-4908-884E-2F38BD1C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05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8EFAB-4530-4AE8-9C37-D8F0C29F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Story, artisan values, local materials, delivery promise.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F5F2D-BA3C-4C69-AC91-E31C135B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0A156-E48D-450C-BB11-6667FBA5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Contact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C470B-AFF1-4584-A6FA-AD7C0894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9B66A-101B-45E1-8FBD-7F54EF6B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Showroom details, Telegram, email, payment info, contact form.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AAA23-4855-417C-B334-F9909EF5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4340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A69AC-934A-4693-9663-3F6C4EBE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95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Cart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C0D76-4B54-4186-9628-DC95AA6F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C3CE8-AA09-41A7-8BEB-38F85AEA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Selected items, quantity controls, province delivery, payment choice.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A6A41-F024-4A18-9E60-394C3504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1D9C6F-7791-4227-96EA-E0D41FFD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95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Receipts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497558-982F-45F2-A636-CDDB6A5E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96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01D828-ED2B-42C5-9891-27BCC39C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33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Completed order history saved in browser local storage.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564678-C2BC-4FC5-977B-E63B79DE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DA2902-EC1D-448E-B5EC-B3329F90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06F6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06F62"/>
                </a:solidFill>
                <a:latin typeface="Arial"/>
                <a:ea typeface="Arial"/>
                <a:cs typeface="Arial"/>
              </a:rPr>
              <a:t>Angkor Maison project presentation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58287D-8488-4FE6-B539-1A8EE6B9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07304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6E437F-0089-4CE0-8BF1-457422AB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A6F3D7-0AD4-4A4F-9759-FD0349F0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C689D0-A2A4-497A-91B0-EBA193BC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LANGUAGES &amp; TOOLS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CEFD6-9117-4C97-B298-DA56A7BD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524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The stack separates content, design, interaction, and storage.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4F660-93A5-4ED9-A561-BC69CD24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The implementation uses simple web technologies, but the features act like a small e-commerce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2D146-4327-4DE0-97EA-B63F9E6E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74CE9-D438-45BE-936C-3BCD0CBE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472D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A7472D"/>
                </a:solidFill>
                <a:latin typeface="Georgia"/>
                <a:ea typeface="Georgia"/>
                <a:cs typeface="Georgia"/>
              </a:rPr>
              <a:t>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FA4DD-6922-4EEE-A44A-C0BA7C52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Builds the page structure and product content.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ED8AA-928A-4C2F-9AEB-A1AC4B76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814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B211E-A263-4AEA-8AB7-206D7B12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040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257D7-830D-474F-9E2E-BC0363A4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290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472D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A7472D"/>
                </a:solidFill>
                <a:latin typeface="Georgia"/>
                <a:ea typeface="Georgia"/>
                <a:cs typeface="Georgia"/>
              </a:rPr>
              <a:t>CSS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EDCD0-DF1D-4968-BF38-1DA2DA92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862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Controls layout, responsive rules, and Cambodia-inspired theme.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02D96-03D3-4814-BD09-97ADF3F3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DB77E-D74A-4496-B407-D82EB7A3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0040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50182-20D0-4D0B-A38A-40095B91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290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472D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A7472D"/>
                </a:solidFill>
                <a:latin typeface="Georgia"/>
                <a:ea typeface="Georgia"/>
                <a:cs typeface="Georgia"/>
              </a:rPr>
              <a:t>Bootstrap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1C211-F01C-4D74-B37E-DB517B02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862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Supports responsive navbar and UI consistency.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D4EFD-8312-4BBB-9534-1EFECE71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814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63F70-BB0A-4C76-BC68-4FA70C0E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0040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EC02E-5FCE-415E-B98D-AF764A12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472D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A7472D"/>
                </a:solidFill>
                <a:latin typeface="Georgia"/>
                <a:ea typeface="Georgia"/>
                <a:cs typeface="Georgia"/>
              </a:rPr>
              <a:t>JavaScript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51A99-321A-47B3-B205-3324F7A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Runs cart, filters, product modals, checkout, and receipts.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67179-2121-43B6-AC07-BD7ED9A7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814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A6C2E-A7BF-43F0-8631-64260552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10A55-329C-49A0-83DB-F3313D0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290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E2F2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7E2F28"/>
                </a:solidFill>
                <a:latin typeface="Georgia"/>
                <a:ea typeface="Georgia"/>
                <a:cs typeface="Georgia"/>
              </a:rPr>
              <a:t>Storage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F1651-D11F-479E-9AC8-8EB1E18C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862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localStorage saves cart and receipt history in the browser.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85B7E5-5B1A-4B20-9E6E-898970F3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C"/>
          </a:solidFill>
          <a:ln xmlns:a="http://schemas.openxmlformats.org/drawingml/2006/main" w="9525">
            <a:solidFill>
              <a:srgbClr val="2B21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F1088-B10C-413F-A811-4C697534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67350"/>
            <a:ext cx="923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Result: one static front-end project with real shopping interactions and persistent order history.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6FF2F3-58F3-4333-A65F-6E3747E1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D8E2CF-9D1C-4AD7-921F-FC2C5702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06F6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06F62"/>
                </a:solidFill>
                <a:latin typeface="Arial"/>
                <a:ea typeface="Arial"/>
                <a:cs typeface="Arial"/>
              </a:rPr>
              <a:t>Angkor Maison project presentation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D653E-A6E8-450B-A131-BB062432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22672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30D16A-A9B7-4D39-877D-D471B212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17C467E-06B0-4104-978F-0BB764C7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D2EFC19-2A83-4B71-A807-56FA9839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MAIN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0C9AF-1325-404A-9025-98FBD14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666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Product features make browsing fast and shopping practical.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16A63-C763-461B-B819-13293F05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28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The products page is interactive: it filters, searches, opens detail modals, and connects directly to the cart.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E591B-0382-4A85-A222-DE6EE95A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42950"/>
            <a:ext cx="123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c86c465414f05"/>
          <a:srcRect xmlns:a="http://schemas.openxmlformats.org/drawingml/2006/main" l="0" t="13783" r="0" b="13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0450" y="819150"/>
            <a:ext cx="1085850" cy="1181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87ADB-E9B4-4D2C-A901-A804634E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066800"/>
            <a:ext cx="123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a36d09a2d4287"/>
          <a:srcRect xmlns:a="http://schemas.openxmlformats.org/drawingml/2006/main" l="19355" t="0" r="19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1143000"/>
            <a:ext cx="1085850" cy="11811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09162-7A55-48AA-B21E-4432C056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390650"/>
            <a:ext cx="123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62f1bb26343cb"/>
          <a:srcRect xmlns:a="http://schemas.openxmlformats.org/drawingml/2006/main" l="0" t="13743" r="0" b="137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0" y="1466850"/>
            <a:ext cx="1085850" cy="11811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76C8D-9987-4B78-84CA-42C3D223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91C76-0674-44C4-9FE9-EDB25783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Category filters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1CC02-26E7-4942-9085-CB753827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All, Furniture, Wall Decoration, Lighting, Plants, and Home Accessories.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3307A-FF4A-4F55-BEE8-1A1FA557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4325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B9B97-4079-47DB-8B32-06449107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0241B-1469-4B40-A3FC-CD966988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Customers can quickly find products by name.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D6636-21A1-411E-9541-C2C8AAAF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3A999-FB3A-49E7-9011-4B287538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Product detail modal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A526C-F98D-48CA-B661-169759C1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Shows price, riel conversion, material, origin, size, care, and delivery note.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34A2E-301E-4FEF-91F3-CD25235A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8145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2570E-38A4-4F39-A3CE-936707AB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Cart badge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E11CF-E76C-42AC-A7FB-3BAEAF64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The navbar updates item count and gives feedback after adding products.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D0076-6FF7-40F9-A432-9F4F16C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4F251-9794-4B45-BAC7-01F8C61C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Responsive layout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957714-7DAD-485B-ACD3-D6CC0ACF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Product grid adapts for desktop and mobile screens.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3A3BBD-8B75-4AC7-8761-845A232C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1965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CA2AAE-99BB-4E9C-BACC-289228FF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14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Cambodia identity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B12D3-A2F5-4EEA-8177-1187ADDB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435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Copy, colors, products, and materials all connect to the local concept.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3A52C5-ED29-4C4F-92D1-7D543330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8D3EB9-A015-4B90-9363-965CC226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06F6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06F62"/>
                </a:solidFill>
                <a:latin typeface="Arial"/>
                <a:ea typeface="Arial"/>
                <a:cs typeface="Arial"/>
              </a:rPr>
              <a:t>Angkor Maison project presentation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67B31-8974-4991-9DC6-4C397BE4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02300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F66F4F-A455-4652-B2EF-CC78E236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6F7C78B-58E9-4856-BEFC-A6306AB7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C41A09A-43E5-4E49-8AF5-34D0A5E4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CHECKOUT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68033-17CD-4FF4-B2DF-662DBDE2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11C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2B211C"/>
                </a:solidFill>
                <a:latin typeface="Georgia"/>
                <a:ea typeface="Georgia"/>
                <a:cs typeface="Georgia"/>
              </a:rPr>
              <a:t>Checkout fits Cambodian delivery and payment needs.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204CB-6267-44D9-9DBE-CE3EFEB9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14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The cart page supports item review, province selection, delivery date, address, payment choice, and receipt saving.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FD2B4-55BE-445A-96C5-3FAE0E6D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75247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B"/>
          </a:solidFill>
          <a:ln xmlns:a="http://schemas.openxmlformats.org/drawingml/2006/main" w="9525">
            <a:solidFill>
              <a:srgbClr val="DCC6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D60D9-232B-4DCD-BE34-2DC993A6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C2BE0-98E7-408D-844F-FF7CDBB0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8AE4B-1859-4EBE-8826-F82ACED9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956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Review cart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45164-0406-4F12-A68A-94C21FBB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8140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Quantity controls, remove buttons, subtotal, delivery fee, and riel conversion.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CDD1B-81F2-4B35-B4E9-F31A1BC4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20CE5-BDAA-4B37-900C-3DF91B74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374AC-28A5-4354-89A4-1D6F0319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862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Enter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BCF20-5592-467F-9F6D-92D8A073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Customer name, phone, Cambodia country field, province selector, date, and address.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10187-3C78-4B95-953B-F6297962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C7025-3930-4D76-850B-41DA63DC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753F7-BAA9-4629-89C9-6087220F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956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Choose payment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598D6-5636-482C-B19B-AF82EE51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Cash by Delivery or QR Code payment before placing the order.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6B8A6-F254-4632-8757-F87231CC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D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3DC5E-CD31-4198-9717-A42D940E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243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508B8-3060-45B2-8E78-EED4FFF3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862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211C"/>
                </a:solidFill>
                <a:latin typeface="Arial"/>
                <a:ea typeface="Arial"/>
                <a:cs typeface="Arial"/>
              </a:rPr>
              <a:t>Save receipt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76C83-146A-429A-8C49-463779F9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720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4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4636"/>
                </a:solidFill>
                <a:latin typeface="Arial"/>
                <a:ea typeface="Arial"/>
                <a:cs typeface="Arial"/>
              </a:rPr>
              <a:t>Completed order is saved to receipt history using localStorage.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387B53-1F71-4161-9E87-D0AE7B96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14650"/>
            <a:ext cx="2095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C"/>
          </a:solidFill>
          <a:ln xmlns:a="http://schemas.openxmlformats.org/drawingml/2006/main" w="9525">
            <a:solidFill>
              <a:srgbClr val="2B211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dac6e95264b5b"/>
          <a:stretch xmlns:a="http://schemas.openxmlformats.org/drawingml/2006/main"/>
        </p:blipFill>
        <p:spPr>
          <a:xfrm xmlns:a="http://schemas.openxmlformats.org/drawingml/2006/main">
            <a:off x="9408348" y="3257550"/>
            <a:ext cx="842904" cy="13716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66EC1-D1F2-4152-8726-1CA1FA50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57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 options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3287A-5137-46BF-975B-69534E82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435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AD8C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D8C0"/>
                </a:solidFill>
                <a:latin typeface="Arial"/>
                <a:ea typeface="Arial"/>
                <a:cs typeface="Arial"/>
              </a:rPr>
              <a:t>Cash by Delivery</a:t>
            </a:r>
          </a:p>
          <a:p xmlns:a="http://schemas.openxmlformats.org/drawingml/2006/main">
            <a:pPr algn="ctr">
              <a:defRPr sz="1125" b="0">
                <a:solidFill>
                  <a:srgbClr val="EAD8C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D8C0"/>
                </a:solidFill>
                <a:latin typeface="Arial"/>
                <a:ea typeface="Arial"/>
                <a:cs typeface="Arial"/>
              </a:rPr>
              <a:t>QR Code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BE66BA-9E3F-47AC-B431-2B1BD46D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34FAA-1ADA-4AFA-9A31-B10C1E9F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06F6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06F62"/>
                </a:solidFill>
                <a:latin typeface="Arial"/>
                <a:ea typeface="Arial"/>
                <a:cs typeface="Arial"/>
              </a:rPr>
              <a:t>Angkor Maison project presentation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95C73D-7A8C-4A5F-B009-B2F59374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759230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F3C940-4787-42BC-9EF4-678B2A4D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D71A7B5-C770-4BA6-BE3F-2D02DB31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9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4B882EB-1211-4015-8B88-96747218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92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892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EB892-A1E4-478F-AB11-DAE29017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Angkor Maison is a usable shop with a clear Cambodian visual identity.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76A55-4DE5-4366-B381-E1A72F64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D8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D8C0"/>
                </a:solidFill>
                <a:latin typeface="Arial"/>
                <a:ea typeface="Arial"/>
                <a:cs typeface="Arial"/>
              </a:rPr>
              <a:t>The final project combines cultural concept, responsive design, product browsing, cart logic, checkout, payment choices, and receipt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8632E-B92F-4A21-B45D-9AB92043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2B22"/>
          </a:solidFill>
          <a:ln xmlns:a="http://schemas.openxmlformats.org/drawingml/2006/main" w="9525">
            <a:solidFill>
              <a:srgbClr val="5B46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AC7C6-DF12-4698-A6B5-14709D44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8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892F"/>
                </a:solidFill>
                <a:latin typeface="Arial"/>
                <a:ea typeface="Arial"/>
                <a:cs typeface="Arial"/>
              </a:rPr>
              <a:t>Easy to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F5383-13A6-44B4-9F9F-D5014BF3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0475"/>
            <a:ext cx="3476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EAD8C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AD8C0"/>
                </a:solidFill>
                <a:latin typeface="Arial"/>
                <a:ea typeface="Arial"/>
                <a:cs typeface="Arial"/>
              </a:rPr>
              <a:t>Simple navigation and clear customer 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0D27B-5FBB-4918-A980-FD3E06EE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7185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822"/>
          </a:solidFill>
          <a:ln xmlns:a="http://schemas.openxmlformats.org/drawingml/2006/main" w="9525">
            <a:solidFill>
              <a:srgbClr val="5B46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58778-60FB-478B-923E-4AB190D1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147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8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892F"/>
                </a:solidFill>
                <a:latin typeface="Arial"/>
                <a:ea typeface="Arial"/>
                <a:cs typeface="Arial"/>
              </a:rPr>
              <a:t>Cultural 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68127-331B-4249-A413-BF773101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00475"/>
            <a:ext cx="3476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EAD8C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AD8C0"/>
                </a:solidFill>
                <a:latin typeface="Arial"/>
                <a:ea typeface="Arial"/>
                <a:cs typeface="Arial"/>
              </a:rPr>
              <a:t>Cambodia-inspired palette, copy, materials, and products.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40FD5-5D41-4491-A7AA-5E1A0DE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2B22"/>
          </a:solidFill>
          <a:ln xmlns:a="http://schemas.openxmlformats.org/drawingml/2006/main" w="9525">
            <a:solidFill>
              <a:srgbClr val="5B46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50FF6-0427-40C4-BE63-80803B70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96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8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892F"/>
                </a:solidFill>
                <a:latin typeface="Arial"/>
                <a:ea typeface="Arial"/>
                <a:cs typeface="Arial"/>
              </a:rPr>
              <a:t>Real shopping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E39EB-935D-4C15-AC01-7FBD0E82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3476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EAD8C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AD8C0"/>
                </a:solidFill>
                <a:latin typeface="Arial"/>
                <a:ea typeface="Arial"/>
                <a:cs typeface="Arial"/>
              </a:rPr>
              <a:t>Cart, filters, checkout, QR payment, and receipts.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906E7-50A5-4D39-BEAC-8BD6B532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7675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822"/>
          </a:solidFill>
          <a:ln xmlns:a="http://schemas.openxmlformats.org/drawingml/2006/main" w="9525">
            <a:solidFill>
              <a:srgbClr val="5B46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D5AF2-4CE7-4D11-9DD8-F55D4E22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196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89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892F"/>
                </a:solidFill>
                <a:latin typeface="Arial"/>
                <a:ea typeface="Arial"/>
                <a:cs typeface="Arial"/>
              </a:rPr>
              <a:t>Responsive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90A9F-37EC-4379-8FF0-266A800C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05375"/>
            <a:ext cx="3476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EAD8C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AD8C0"/>
                </a:solidFill>
                <a:latin typeface="Arial"/>
                <a:ea typeface="Arial"/>
                <a:cs typeface="Arial"/>
              </a:rPr>
              <a:t>Layout adjusts for desktop and mobile screens.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8B610-7993-49A3-9AC4-B28DE3E2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90900"/>
            <a:ext cx="200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472D"/>
          </a:solidFill>
          <a:ln xmlns:a="http://schemas.openxmlformats.org/drawingml/2006/main" w="9525">
            <a:solidFill>
              <a:srgbClr val="A747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1063A-BE5E-4D1D-8423-415BFF5E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76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takeaway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077C8-5657-4D57-A439-BB179DB9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767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Promotes Khmer craft through practical shopping.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1AB44-4A61-46BA-B0BF-FC0FFF56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2A780B-6D22-4E09-BE99-CFC114AC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06F6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06F62"/>
                </a:solidFill>
                <a:latin typeface="Arial"/>
                <a:ea typeface="Arial"/>
                <a:cs typeface="Arial"/>
              </a:rPr>
              <a:t>Angkor Maison project presentation · 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4E53A-EDAE-4514-BB17-EBE47E02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47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472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16818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2026-06-17T10:46:27.6600000Z</dcterms:created>
  <dcterms:modified xsi:type="dcterms:W3CDTF">2026-06-17T10:46:27.6600000Z</dcterms:modified>
</coreProperties>
</file>