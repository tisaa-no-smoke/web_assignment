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28a77d70d74dfd" /><Relationship Type="http://schemas.openxmlformats.org/officeDocument/2006/relationships/extended-properties" Target="/docProps/app.xml" Id="R7dfb45c5d2e14376" /><Relationship Type="http://schemas.openxmlformats.org/officeDocument/2006/relationships/officeDocument" Target="/ppt/presentation.xml" Id="Rcc701565c27943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3a612d69634a64"/>
  </p:sldMasterIdLst>
  <p:notesMasterIdLst>
    <p:notesMasterId xmlns:r="http://schemas.openxmlformats.org/officeDocument/2006/relationships" r:id="R9af0cd179d4c49b1"/>
  </p:notesMasterIdLst>
  <p:sldIdLst>
    <p:sldId xmlns:r="http://schemas.openxmlformats.org/officeDocument/2006/relationships" id="256" r:id="Rdd19d01b4fcc4ff9"/>
    <p:sldId xmlns:r="http://schemas.openxmlformats.org/officeDocument/2006/relationships" id="257" r:id="Rd99566bd78b642f9"/>
    <p:sldId xmlns:r="http://schemas.openxmlformats.org/officeDocument/2006/relationships" id="258" r:id="Ra3fb08034e15453a"/>
    <p:sldId xmlns:r="http://schemas.openxmlformats.org/officeDocument/2006/relationships" id="259" r:id="R28a1a4b2579c4f83"/>
    <p:sldId xmlns:r="http://schemas.openxmlformats.org/officeDocument/2006/relationships" id="260" r:id="R26f531f70b0742fa"/>
    <p:sldId xmlns:r="http://schemas.openxmlformats.org/officeDocument/2006/relationships" id="261" r:id="R4b15c25c1914436e"/>
    <p:sldId xmlns:r="http://schemas.openxmlformats.org/officeDocument/2006/relationships" id="262" r:id="R19ec03a36f8d49ce"/>
    <p:sldId xmlns:r="http://schemas.openxmlformats.org/officeDocument/2006/relationships" id="263" r:id="Rb35134757d8543fd"/>
    <p:sldId xmlns:r="http://schemas.openxmlformats.org/officeDocument/2006/relationships" id="264" r:id="R89c812047b744e49"/>
    <p:sldId xmlns:r="http://schemas.openxmlformats.org/officeDocument/2006/relationships" id="265" r:id="R953e9ab3db894005"/>
  </p:sldIdLst>
  <p:sldSz cx="7010400" cy="393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ca04ce86c34f08" /><Relationship Type="http://schemas.openxmlformats.org/officeDocument/2006/relationships/slideMaster" Target="/ppt/slideMasters/slideMaster1.xml" Id="R043a612d69634a64" /><Relationship Type="http://schemas.openxmlformats.org/officeDocument/2006/relationships/notesMaster" Target="/ppt/notesMasters/notesMaster1.xml" Id="R9af0cd179d4c49b1" /><Relationship Type="http://schemas.openxmlformats.org/officeDocument/2006/relationships/presProps" Target="/ppt/presProps.xml" Id="Rd5bb4036be534a8b" /><Relationship Type="http://schemas.openxmlformats.org/officeDocument/2006/relationships/viewProps" Target="/ppt/viewProps.xml" Id="R15d917d30f1e4ea6" /><Relationship Type="http://schemas.openxmlformats.org/officeDocument/2006/relationships/tableStyles" Target="/ppt/tableStyles.xml" Id="Rb714f598ec8b429c" /><Relationship Type="http://schemas.openxmlformats.org/officeDocument/2006/relationships/slide" Target="/ppt/slides/slide1.xml" Id="Rdd19d01b4fcc4ff9" /><Relationship Type="http://schemas.openxmlformats.org/officeDocument/2006/relationships/slide" Target="/ppt/slides/slide2.xml" Id="Rd99566bd78b642f9" /><Relationship Type="http://schemas.openxmlformats.org/officeDocument/2006/relationships/slide" Target="/ppt/slides/slide3.xml" Id="Ra3fb08034e15453a" /><Relationship Type="http://schemas.openxmlformats.org/officeDocument/2006/relationships/slide" Target="/ppt/slides/slide4.xml" Id="R28a1a4b2579c4f83" /><Relationship Type="http://schemas.openxmlformats.org/officeDocument/2006/relationships/slide" Target="/ppt/slides/slide5.xml" Id="R26f531f70b0742fa" /><Relationship Type="http://schemas.openxmlformats.org/officeDocument/2006/relationships/slide" Target="/ppt/slides/slide6.xml" Id="R4b15c25c1914436e" /><Relationship Type="http://schemas.openxmlformats.org/officeDocument/2006/relationships/slide" Target="/ppt/slides/slide7.xml" Id="R19ec03a36f8d49ce" /><Relationship Type="http://schemas.openxmlformats.org/officeDocument/2006/relationships/slide" Target="/ppt/slides/slide8.xml" Id="Rb35134757d8543fd" /><Relationship Type="http://schemas.openxmlformats.org/officeDocument/2006/relationships/slide" Target="/ppt/slides/slide9.xml" Id="R89c812047b744e49" /><Relationship Type="http://schemas.openxmlformats.org/officeDocument/2006/relationships/slide" Target="/ppt/slides/slide10.xml" Id="R953e9ab3db8940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72777bec314f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5bfcfd33d143ac" /><Relationship Type="http://schemas.openxmlformats.org/officeDocument/2006/relationships/notesMaster" Target="/ppt/notesMasters/notesMaster1.xml" Id="R6e0d784284ca4f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e46c2fd4bf415e" /><Relationship Type="http://schemas.openxmlformats.org/officeDocument/2006/relationships/notesMaster" Target="/ppt/notesMasters/notesMaster1.xml" Id="R0b406ef5802a4a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8f755f7f874c36" /><Relationship Type="http://schemas.openxmlformats.org/officeDocument/2006/relationships/notesMaster" Target="/ppt/notesMasters/notesMaster1.xml" Id="R1279e0d5449449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32668e12434f28" /><Relationship Type="http://schemas.openxmlformats.org/officeDocument/2006/relationships/notesMaster" Target="/ppt/notesMasters/notesMaster1.xml" Id="R58e769dcba074c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15f83896f241d8" /><Relationship Type="http://schemas.openxmlformats.org/officeDocument/2006/relationships/notesMaster" Target="/ppt/notesMasters/notesMaster1.xml" Id="Rdbc8c8c913bc45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32c32003c04991" /><Relationship Type="http://schemas.openxmlformats.org/officeDocument/2006/relationships/notesMaster" Target="/ppt/notesMasters/notesMaster1.xml" Id="R3fab372bd01f4e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7186811daf4c7c" /><Relationship Type="http://schemas.openxmlformats.org/officeDocument/2006/relationships/notesMaster" Target="/ppt/notesMasters/notesMaster1.xml" Id="Rd456fa3a52764e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75c21a149b4569" /><Relationship Type="http://schemas.openxmlformats.org/officeDocument/2006/relationships/notesMaster" Target="/ppt/notesMasters/notesMaster1.xml" Id="Re73004d2f32943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5e57cbcbde4d0b" /><Relationship Type="http://schemas.openxmlformats.org/officeDocument/2006/relationships/notesMaster" Target="/ppt/notesMasters/notesMaster1.xml" Id="R4d977ec7f8f645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058b3e396e4800" /><Relationship Type="http://schemas.openxmlformats.org/officeDocument/2006/relationships/notesMaster" Target="/ppt/notesMasters/notesMaster1.xml" Id="R2b9ad78357f045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02ee5d0334a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c1727d5d143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749142c554c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396a5f88340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8137e2c0049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8e35d350243d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48125a9a94ac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a9c253a9048c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f58fd150d4b1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efa9a7b2643a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d48c504a24b2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F56E5B-0BC1-4014-8272-25BE5B9DA22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995CCD3-2D5C-45AB-9973-7C178D2416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3BAFEE-6700-4B81-B2D3-B50AB9CF8B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729194-A1A3-406F-8B95-E8B7B03CAA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4937EA-FAB7-43C9-AEFA-198577412B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D38250-6915-4BD2-A5F6-77EEFC4F59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E1AE9B-4735-4706-84DE-B74FDAD28E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FAF352-FD01-468A-8C8A-8DBFDC6F14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447738D-D5BC-4B31-9AE2-227019E8DF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4AF17F-0459-45D3-A7CB-2EBF1F2F28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25BB8B-13E2-4806-91CA-81D7912F07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D6D85B-23FA-45D7-8A45-76CB3BEDAB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A85939-2D04-495C-9BDA-DD1D4F5E1D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AFF756-E45E-4963-BC7B-5D8760BB18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B3C537-6349-46AE-8D9C-3E7F47E88E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38C184-525F-48FC-B0A8-4E3DA17E11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9E4B20-8721-4C91-B713-20A0A8CDA1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B2516F7-1949-4B69-BBBE-8C39ED705D6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4E99E3-6BEE-4DAD-A9C1-AA3C77B8C2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82C4B22-48B5-4D83-9EF1-26F8667767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A8DDC34-DDC3-4596-835B-5140FB27C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462DF8-E86C-4F75-B894-D83389EC66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F08A28-8B4B-4FF2-AF4B-EB595FE34C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AAA9B4F-4798-41BE-BA90-046EA08CA28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AD61FF1-1A2E-44D7-9846-F1CA3A592C3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3B7B497-A4C5-41FB-96E4-7B7618D8732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E558A08-FA0A-4505-BD9C-CF091CD711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87999B4-3383-47A8-83DA-EAE152B591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3659625-0AA5-4D82-A332-41B6E4F699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3FC18B-E029-4E51-9A76-63BCCE1819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9CE6C79-87AB-4F42-878D-06542FA06B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9DCA38-59B2-4285-A386-E09A958B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76B4CAD-075E-434D-B990-57CCB57536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B587CFD-17CD-4A4E-B467-89CC8D300F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F9D3015-6ADF-40D1-B33D-5987948240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80813CF-63C8-43BC-B09D-9180D6EFA6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7400A3-B365-4323-B1E6-5A7999FD2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152F41-84B4-42D2-A2EE-DA954F0A84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0717F13-7989-44D0-97A9-56F28AFD0C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2B2F3F0-B80D-4CDD-B835-AA663ACF8B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B3B40AE-05A1-4272-A41D-C17B3F3102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CAE2DD-24B1-4B08-BCD5-6C13F6D695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881BD9-C4B8-49A3-9587-3FC76E0323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A285388-D23A-420E-B52A-EE02AEC1657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7895376-C532-4C73-A287-744BEBF281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63D79A4-F764-4E3B-949D-C20E458938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8A24265-0E81-41C7-B7D7-1FD0815F6E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E230C6E-EC81-4DD0-8E84-B4FB800D0E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C21841-7394-431B-B2E8-0C209161E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4A2503-91FB-4794-8868-24B3F70694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98648F-F0C5-4901-80D4-01A0808BAB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446F54-94E9-444D-9057-F2F0F18AD9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5FF512-024B-4377-A0B1-FF338CD061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0E22EC6-C30C-44E1-A844-3DEA58B01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9063E5-C86C-44AD-94BF-218F71430F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D4806B-5265-4AC1-B603-E99E6AFF3E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F239C7-0CF8-4271-8DA9-018865DE2D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B79CBC-630B-4A78-8CF9-A44DF33788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1e4f010f14ee7" /><Relationship Type="http://schemas.openxmlformats.org/officeDocument/2006/relationships/slideLayout" Target="/ppt/slideLayouts/slideLayout1.xml" Id="R212d3a4e376e4b12" /><Relationship Type="http://schemas.openxmlformats.org/officeDocument/2006/relationships/slideLayout" Target="/ppt/slideLayouts/slideLayout2.xml" Id="Rc1378e3c2ce54efe" /><Relationship Type="http://schemas.openxmlformats.org/officeDocument/2006/relationships/slideLayout" Target="/ppt/slideLayouts/slideLayout3.xml" Id="R47da3e319ecd4b8f" /><Relationship Type="http://schemas.openxmlformats.org/officeDocument/2006/relationships/slideLayout" Target="/ppt/slideLayouts/slideLayout4.xml" Id="Rf2601e0e9d044d46" /><Relationship Type="http://schemas.openxmlformats.org/officeDocument/2006/relationships/slideLayout" Target="/ppt/slideLayouts/slideLayout5.xml" Id="R9a6340ccdbb74f34" /><Relationship Type="http://schemas.openxmlformats.org/officeDocument/2006/relationships/slideLayout" Target="/ppt/slideLayouts/slideLayout6.xml" Id="R491f94dd65644987" /><Relationship Type="http://schemas.openxmlformats.org/officeDocument/2006/relationships/slideLayout" Target="/ppt/slideLayouts/slideLayout7.xml" Id="R033396573c3e4e33" /><Relationship Type="http://schemas.openxmlformats.org/officeDocument/2006/relationships/slideLayout" Target="/ppt/slideLayouts/slideLayout8.xml" Id="R6a916e4c181e40e2" /><Relationship Type="http://schemas.openxmlformats.org/officeDocument/2006/relationships/slideLayout" Target="/ppt/slideLayouts/slideLayout9.xml" Id="R7d7b3d06c9b84ed2" /><Relationship Type="http://schemas.openxmlformats.org/officeDocument/2006/relationships/slideLayout" Target="/ppt/slideLayouts/slideLayout10.xml" Id="Rc687804477ba4ec9" /><Relationship Type="http://schemas.openxmlformats.org/officeDocument/2006/relationships/slideLayout" Target="/ppt/slideLayouts/slideLayout11.xml" Id="R0c811081ae1c433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5634097-52DB-480A-8B1C-5AA94E6EE2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045436-07C7-4431-9694-1EB5E44534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165C5C-636C-41E8-BE07-28631A8B5B0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E27F4B-7545-408E-9FC3-0558D956D54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1AA34C-57A1-40E8-8540-6CEEC2307C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2d3a4e376e4b12"/>
    <p:sldLayoutId xmlns:r="http://schemas.openxmlformats.org/officeDocument/2006/relationships" id="2147483650" r:id="Rc1378e3c2ce54efe"/>
    <p:sldLayoutId xmlns:r="http://schemas.openxmlformats.org/officeDocument/2006/relationships" id="2147483651" r:id="R47da3e319ecd4b8f"/>
    <p:sldLayoutId xmlns:r="http://schemas.openxmlformats.org/officeDocument/2006/relationships" id="2147483652" r:id="Rf2601e0e9d044d46"/>
    <p:sldLayoutId xmlns:r="http://schemas.openxmlformats.org/officeDocument/2006/relationships" id="2147483653" r:id="R9a6340ccdbb74f34"/>
    <p:sldLayoutId xmlns:r="http://schemas.openxmlformats.org/officeDocument/2006/relationships" id="2147483654" r:id="R491f94dd65644987"/>
    <p:sldLayoutId xmlns:r="http://schemas.openxmlformats.org/officeDocument/2006/relationships" id="2147483655" r:id="R033396573c3e4e33"/>
    <p:sldLayoutId xmlns:r="http://schemas.openxmlformats.org/officeDocument/2006/relationships" id="2147483656" r:id="R6a916e4c181e40e2"/>
    <p:sldLayoutId xmlns:r="http://schemas.openxmlformats.org/officeDocument/2006/relationships" id="2147483657" r:id="R7d7b3d06c9b84ed2"/>
    <p:sldLayoutId xmlns:r="http://schemas.openxmlformats.org/officeDocument/2006/relationships" id="2147483658" r:id="Rc687804477ba4ec9"/>
    <p:sldLayoutId xmlns:r="http://schemas.openxmlformats.org/officeDocument/2006/relationships" id="2147483659" r:id="R0c811081ae1c433d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2dc4a306c94552" /><Relationship Type="http://schemas.openxmlformats.org/officeDocument/2006/relationships/notesSlide" Target="/ppt/notesSlides/notesSlide1.xml" Id="R4a85a9789a7c4f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899190d1504ff7" /><Relationship Type="http://schemas.openxmlformats.org/officeDocument/2006/relationships/image" Target="/ppt/media/image.jpeg" Id="R21064746640b4e4e" /><Relationship Type="http://schemas.openxmlformats.org/officeDocument/2006/relationships/image" Target="/ppt/media/image.svg" Id="R22c314cc6e91454b" /><Relationship Type="http://schemas.openxmlformats.org/officeDocument/2006/relationships/image" Target="/ppt/media/image.png" Id="R9d0f8db91c8b461b" /><Relationship Type="http://schemas.openxmlformats.org/officeDocument/2006/relationships/image" Target="/ppt/media/image2.svg" Id="Rcb02cf3ed7274408" /><Relationship Type="http://schemas.openxmlformats.org/officeDocument/2006/relationships/notesSlide" Target="/ppt/notesSlides/notesSlide2.xml" Id="Rfb776b0af27048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9e2968fc5148c1" /><Relationship Type="http://schemas.openxmlformats.org/officeDocument/2006/relationships/image" Target="/ppt/media/image2.png" Id="R7ef4e649796443ed" /><Relationship Type="http://schemas.openxmlformats.org/officeDocument/2006/relationships/image" Target="/ppt/media/image3.svg" Id="R4838ff0e85be4bc7" /><Relationship Type="http://schemas.openxmlformats.org/officeDocument/2006/relationships/image" Target="/ppt/media/image3.png" Id="R42e6cd1718594e56" /><Relationship Type="http://schemas.openxmlformats.org/officeDocument/2006/relationships/image" Target="/ppt/media/image4.svg" Id="Rc85ee5f026a64c19" /><Relationship Type="http://schemas.openxmlformats.org/officeDocument/2006/relationships/notesSlide" Target="/ppt/notesSlides/notesSlide3.xml" Id="Rc0005f58b7964a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c3f1c2c2e844f1" /><Relationship Type="http://schemas.openxmlformats.org/officeDocument/2006/relationships/image" Target="/ppt/media/image4.png" Id="R4842f623c04e4d6e" /><Relationship Type="http://schemas.openxmlformats.org/officeDocument/2006/relationships/image" Target="/ppt/media/image5.svg" Id="Rd1f8ce8c13aa4ecf" /><Relationship Type="http://schemas.openxmlformats.org/officeDocument/2006/relationships/image" Target="/ppt/media/image.jpeg" Id="Rc1c186c635b94866" /><Relationship Type="http://schemas.openxmlformats.org/officeDocument/2006/relationships/image" Target="/ppt/media/image5.png" Id="R9eb26ebb97e14bc6" /><Relationship Type="http://schemas.openxmlformats.org/officeDocument/2006/relationships/image" Target="/ppt/media/image6.svg" Id="R209eabadf69041d5" /><Relationship Type="http://schemas.openxmlformats.org/officeDocument/2006/relationships/image" Target="/ppt/media/image2.jpeg" Id="R2af7f86aaa304de6" /><Relationship Type="http://schemas.openxmlformats.org/officeDocument/2006/relationships/notesSlide" Target="/ppt/notesSlides/notesSlide4.xml" Id="R7358bedb8b8340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5cbc9ac1404e87" /><Relationship Type="http://schemas.openxmlformats.org/officeDocument/2006/relationships/image" Target="/ppt/media/image6.png" Id="Rc05a4dce7d6c4c93" /><Relationship Type="http://schemas.openxmlformats.org/officeDocument/2006/relationships/image" Target="/ppt/media/image7.svg" Id="R422b9c890c22446e" /><Relationship Type="http://schemas.openxmlformats.org/officeDocument/2006/relationships/image" Target="/ppt/media/image7.png" Id="R373b2d7b71004342" /><Relationship Type="http://schemas.openxmlformats.org/officeDocument/2006/relationships/image" Target="/ppt/media/image8.svg" Id="R8750c2046e404658" /><Relationship Type="http://schemas.openxmlformats.org/officeDocument/2006/relationships/notesSlide" Target="/ppt/notesSlides/notesSlide5.xml" Id="R5d66df4920eb46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64ab1a4a96426a" /><Relationship Type="http://schemas.openxmlformats.org/officeDocument/2006/relationships/image" Target="/ppt/media/image8.png" Id="R97d8d44522754836" /><Relationship Type="http://schemas.openxmlformats.org/officeDocument/2006/relationships/image" Target="/ppt/media/image9.svg" Id="R8c2489791d644785" /><Relationship Type="http://schemas.openxmlformats.org/officeDocument/2006/relationships/image" Target="/ppt/media/image9.png" Id="R6b7e67fe640945fb" /><Relationship Type="http://schemas.openxmlformats.org/officeDocument/2006/relationships/image" Target="/ppt/media/image10.svg" Id="Rb43ce9ed2c6247d3" /><Relationship Type="http://schemas.openxmlformats.org/officeDocument/2006/relationships/notesSlide" Target="/ppt/notesSlides/notesSlide6.xml" Id="R60fb4805d3ba4e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c4e95e76e247c4" /><Relationship Type="http://schemas.openxmlformats.org/officeDocument/2006/relationships/image" Target="/ppt/media/image10.png" Id="Rd407827c4efc4285" /><Relationship Type="http://schemas.openxmlformats.org/officeDocument/2006/relationships/image" Target="/ppt/media/image11.svg" Id="R8ca5e603f9154d16" /><Relationship Type="http://schemas.openxmlformats.org/officeDocument/2006/relationships/image" Target="/ppt/media/image11.png" Id="Rb56005fc64624d71" /><Relationship Type="http://schemas.openxmlformats.org/officeDocument/2006/relationships/image" Target="/ppt/media/image12.svg" Id="R0dfd8c93fb2f4874" /><Relationship Type="http://schemas.openxmlformats.org/officeDocument/2006/relationships/notesSlide" Target="/ppt/notesSlides/notesSlide7.xml" Id="R42c5cb8cb83540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8d2a3ccaa74752" /><Relationship Type="http://schemas.openxmlformats.org/officeDocument/2006/relationships/image" Target="/ppt/media/image12.png" Id="R54c14e0303e840f3" /><Relationship Type="http://schemas.openxmlformats.org/officeDocument/2006/relationships/image" Target="/ppt/media/image13.svg" Id="Ra727115640854a1b" /><Relationship Type="http://schemas.openxmlformats.org/officeDocument/2006/relationships/image" Target="/ppt/media/image13.png" Id="R1867cef5979e415a" /><Relationship Type="http://schemas.openxmlformats.org/officeDocument/2006/relationships/image" Target="/ppt/media/image14.svg" Id="R4ce859749d5249f2" /><Relationship Type="http://schemas.openxmlformats.org/officeDocument/2006/relationships/notesSlide" Target="/ppt/notesSlides/notesSlide8.xml" Id="R270697427f8245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760e5b654848d0" /><Relationship Type="http://schemas.openxmlformats.org/officeDocument/2006/relationships/image" Target="/ppt/media/image14.png" Id="R68beb3c6a88c439c" /><Relationship Type="http://schemas.openxmlformats.org/officeDocument/2006/relationships/image" Target="/ppt/media/image15.svg" Id="Rabdbaeda2d334b0d" /><Relationship Type="http://schemas.openxmlformats.org/officeDocument/2006/relationships/image" Target="/ppt/media/image15.png" Id="Re6c4ab1dce7649ca" /><Relationship Type="http://schemas.openxmlformats.org/officeDocument/2006/relationships/image" Target="/ppt/media/image16.svg" Id="R72ea32e474c443ee" /><Relationship Type="http://schemas.openxmlformats.org/officeDocument/2006/relationships/notesSlide" Target="/ppt/notesSlides/notesSlide9.xml" Id="Re6b6b81d5c6741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26e3e1df3548a3" /><Relationship Type="http://schemas.openxmlformats.org/officeDocument/2006/relationships/notesSlide" Target="/ppt/notesSlides/notesSlide10.xml" Id="R58ded433781b4d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D8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8A31B09-6348-42CD-BB49-DC8D820B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10398" cy="3943350"/>
          </a:xfrm>
          <a:custGeom xmlns:a="http://schemas.openxmlformats.org/drawingml/2006/main">
            <a:rect l="l" t="t" r="r" b="b"/>
            <a:pathLst>
              <a:path w="4816592" h="2709333">
                <a:moveTo>
                  <a:pt x="0" y="0"/>
                </a:moveTo>
                <a:lnTo>
                  <a:pt x="4816592" y="0"/>
                </a:lnTo>
                <a:lnTo>
                  <a:pt x="4816592" y="2709333"/>
                </a:lnTo>
                <a:lnTo>
                  <a:pt x="0" y="2709333"/>
                </a:lnTo>
                <a:close/>
              </a:path>
            </a:pathLst>
          </a:custGeom>
          <a:ln xmlns:a="http://schemas.openxmlformats.org/drawingml/2006/main" w="114300">
            <a:solidFill>
              <a:srgbClr val="B95B27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D03E7B3-2EE6-4C3E-8E8D-B14D77EB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27726"/>
            <a:ext cx="7010400" cy="39710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67D0FB5-4499-4211-8686-BD74891A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102599"/>
            <a:ext cx="6813127" cy="3747169"/>
          </a:xfrm>
          <a:custGeom xmlns:a="http://schemas.openxmlformats.org/drawingml/2006/main">
            <a:rect l="l" t="t" r="r" b="b"/>
            <a:pathLst>
              <a:path w="4681053" h="2574544">
                <a:moveTo>
                  <a:pt x="0" y="0"/>
                </a:moveTo>
                <a:lnTo>
                  <a:pt x="4681053" y="0"/>
                </a:lnTo>
                <a:lnTo>
                  <a:pt x="4681053" y="2574544"/>
                </a:lnTo>
                <a:lnTo>
                  <a:pt x="0" y="2574544"/>
                </a:lnTo>
                <a:close/>
              </a:path>
            </a:pathLst>
          </a:custGeom>
          <a:ln xmlns:a="http://schemas.openxmlformats.org/drawingml/2006/main" w="114300">
            <a:solidFill>
              <a:srgbClr val="CE892D"/>
            </a:solidFill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23AC5A0-BB53-4E49-A970-73D4D12B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74873"/>
            <a:ext cx="6813127" cy="377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C6EF4D4-82F7-4C0E-8724-C1CB632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208766"/>
            <a:ext cx="6603840" cy="3555382"/>
          </a:xfrm>
          <a:custGeom xmlns:a="http://schemas.openxmlformats.org/drawingml/2006/main">
            <a:rect l="l" t="t" r="r" b="b"/>
            <a:pathLst>
              <a:path w="4537260" h="2442774">
                <a:moveTo>
                  <a:pt x="0" y="0"/>
                </a:moveTo>
                <a:lnTo>
                  <a:pt x="4537260" y="0"/>
                </a:lnTo>
                <a:lnTo>
                  <a:pt x="4537260" y="2442774"/>
                </a:lnTo>
                <a:lnTo>
                  <a:pt x="0" y="2442774"/>
                </a:lnTo>
                <a:close/>
              </a:path>
            </a:pathLst>
          </a:custGeom>
          <a:ln xmlns:a="http://schemas.openxmlformats.org/drawingml/2006/main" w="114300">
            <a:solidFill>
              <a:srgbClr val="9C996E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55FEC0-EB7E-4575-8F19-30AAA1DB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181040"/>
            <a:ext cx="6603840" cy="35831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3849F3BF-9800-4EB2-87E5-E6941121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4" y="3102337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9C996E"/>
            </a:solidFill>
            <a:prstDash val="solid"/>
          </a:ln>
        </p:spPr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5E82756-D33D-4F17-A94E-8E684481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4" y="3230962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B95B27"/>
            </a:solidFill>
            <a:prstDash val="solid"/>
          </a:ln>
        </p:spPr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093248BF-B5BE-424A-A3DF-1DA6D89F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4" y="3359588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CE892D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98CA10B-2082-4E5A-A3A1-82B279D4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640274" y="368206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17544A1-E3BA-49E6-A420-159DD43A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52268" y="355291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62DB1F7-2BD7-493B-AA2C-4D40CB7F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464262" y="338130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338F7CF-3AD2-4515-9DBA-119EBA9F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76256" y="3252158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32BCAE8-136A-42A9-BD00-416A136E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215" y="31224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505E304-173A-42CB-BBE9-043A87C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6221" y="18309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BC8038F-2850-45DE-B1ED-BC83D8EF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27" y="11494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61EC1A0-61D2-431C-A94C-D5DDA9E5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2233" y="-117655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0438E4E-E466-49C4-8EBB-AF0C8BA9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5713" y="2750137"/>
            <a:ext cx="854571" cy="961650"/>
          </a:xfrm>
          <a:custGeom xmlns:a="http://schemas.openxmlformats.org/drawingml/2006/main">
            <a:rect l="l" t="t" r="r" b="b"/>
            <a:pathLst>
              <a:path w="609436" h="685800">
                <a:moveTo>
                  <a:pt x="304718" y="342900"/>
                </a:moveTo>
                <a:cubicBezTo>
                  <a:pt x="-217252" y="330200"/>
                  <a:pt x="32938" y="-101600"/>
                  <a:pt x="304718" y="342900"/>
                </a:cubicBezTo>
                <a:close/>
                <a:cubicBezTo>
                  <a:pt x="54528" y="800100"/>
                  <a:pt x="553638" y="800100"/>
                  <a:pt x="304718" y="342900"/>
                </a:cubicBezTo>
                <a:close/>
                <a:cubicBezTo>
                  <a:pt x="-217252" y="355600"/>
                  <a:pt x="32938" y="787400"/>
                  <a:pt x="304718" y="342900"/>
                </a:cubicBezTo>
                <a:close/>
                <a:cubicBezTo>
                  <a:pt x="54528" y="-114300"/>
                  <a:pt x="553638" y="-114300"/>
                  <a:pt x="304718" y="342900"/>
                </a:cubicBezTo>
                <a:close/>
                <a:cubicBezTo>
                  <a:pt x="576498" y="787400"/>
                  <a:pt x="826688" y="355600"/>
                  <a:pt x="304718" y="342900"/>
                </a:cubicBezTo>
                <a:close/>
                <a:cubicBezTo>
                  <a:pt x="576498" y="-101600"/>
                  <a:pt x="826688" y="330200"/>
                  <a:pt x="304718" y="342900"/>
                </a:cubicBezTo>
                <a:close/>
                <a:moveTo>
                  <a:pt x="327578" y="342900"/>
                </a:moveTo>
                <a:cubicBezTo>
                  <a:pt x="319958" y="342900"/>
                  <a:pt x="312338" y="342900"/>
                  <a:pt x="304718" y="342900"/>
                </a:cubicBezTo>
                <a:cubicBezTo>
                  <a:pt x="308528" y="336550"/>
                  <a:pt x="312338" y="330200"/>
                  <a:pt x="316148" y="322580"/>
                </a:cubicBezTo>
                <a:cubicBezTo>
                  <a:pt x="312338" y="328930"/>
                  <a:pt x="308528" y="336550"/>
                  <a:pt x="304718" y="342900"/>
                </a:cubicBezTo>
                <a:cubicBezTo>
                  <a:pt x="300908" y="336550"/>
                  <a:pt x="297098" y="328930"/>
                  <a:pt x="293288" y="322580"/>
                </a:cubicBezTo>
                <a:cubicBezTo>
                  <a:pt x="297098" y="328930"/>
                  <a:pt x="300908" y="336550"/>
                  <a:pt x="304718" y="342900"/>
                </a:cubicBezTo>
                <a:cubicBezTo>
                  <a:pt x="297098" y="342900"/>
                  <a:pt x="289478" y="342900"/>
                  <a:pt x="281858" y="342900"/>
                </a:cubicBezTo>
                <a:cubicBezTo>
                  <a:pt x="289478" y="342900"/>
                  <a:pt x="297098" y="342900"/>
                  <a:pt x="304718" y="342900"/>
                </a:cubicBezTo>
                <a:cubicBezTo>
                  <a:pt x="300908" y="349250"/>
                  <a:pt x="297098" y="355600"/>
                  <a:pt x="293288" y="363220"/>
                </a:cubicBezTo>
                <a:cubicBezTo>
                  <a:pt x="297098" y="356870"/>
                  <a:pt x="300908" y="349250"/>
                  <a:pt x="304718" y="342900"/>
                </a:cubicBezTo>
                <a:cubicBezTo>
                  <a:pt x="308528" y="349250"/>
                  <a:pt x="312338" y="356870"/>
                  <a:pt x="316148" y="363220"/>
                </a:cubicBezTo>
                <a:cubicBezTo>
                  <a:pt x="312338" y="356870"/>
                  <a:pt x="308528" y="349250"/>
                  <a:pt x="304718" y="342900"/>
                </a:cubicBezTo>
                <a:cubicBezTo>
                  <a:pt x="312338" y="342900"/>
                  <a:pt x="319958" y="342900"/>
                  <a:pt x="327578" y="342900"/>
                </a:cubicBezTo>
                <a:close/>
              </a:path>
            </a:pathLst>
          </a:custGeom>
          <a:solidFill xmlns:a="http://schemas.openxmlformats.org/drawingml/2006/main">
            <a:srgbClr val="B95B27"/>
          </a:solid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0731982F-94FE-4769-8AC1-F24E3248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3682" y="2954933"/>
            <a:ext cx="498633" cy="525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9EF34E6-57CE-42CF-955C-C672EF78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068" y="2832331"/>
            <a:ext cx="691862" cy="778555"/>
          </a:xfrm>
          <a:custGeom xmlns:a="http://schemas.openxmlformats.org/drawingml/2006/main">
            <a:rect l="l" t="t" r="r" b="b"/>
            <a:pathLst>
              <a:path w="609436" h="685800">
                <a:moveTo>
                  <a:pt x="304718" y="342900"/>
                </a:moveTo>
                <a:cubicBezTo>
                  <a:pt x="-217252" y="330200"/>
                  <a:pt x="32938" y="-101600"/>
                  <a:pt x="304718" y="342900"/>
                </a:cubicBezTo>
                <a:close/>
                <a:cubicBezTo>
                  <a:pt x="54528" y="800100"/>
                  <a:pt x="553638" y="800100"/>
                  <a:pt x="304718" y="342900"/>
                </a:cubicBezTo>
                <a:close/>
                <a:cubicBezTo>
                  <a:pt x="-217252" y="355600"/>
                  <a:pt x="32938" y="787400"/>
                  <a:pt x="304718" y="342900"/>
                </a:cubicBezTo>
                <a:close/>
                <a:cubicBezTo>
                  <a:pt x="54528" y="-114300"/>
                  <a:pt x="553638" y="-114300"/>
                  <a:pt x="304718" y="342900"/>
                </a:cubicBezTo>
                <a:close/>
                <a:cubicBezTo>
                  <a:pt x="576498" y="787400"/>
                  <a:pt x="826688" y="355600"/>
                  <a:pt x="304718" y="342900"/>
                </a:cubicBezTo>
                <a:close/>
                <a:cubicBezTo>
                  <a:pt x="576498" y="-101600"/>
                  <a:pt x="826688" y="330200"/>
                  <a:pt x="304718" y="342900"/>
                </a:cubicBezTo>
                <a:close/>
                <a:moveTo>
                  <a:pt x="327578" y="342900"/>
                </a:moveTo>
                <a:cubicBezTo>
                  <a:pt x="319958" y="342900"/>
                  <a:pt x="312338" y="342900"/>
                  <a:pt x="304718" y="342900"/>
                </a:cubicBezTo>
                <a:cubicBezTo>
                  <a:pt x="308528" y="336550"/>
                  <a:pt x="312338" y="330200"/>
                  <a:pt x="316148" y="322580"/>
                </a:cubicBezTo>
                <a:cubicBezTo>
                  <a:pt x="312338" y="328930"/>
                  <a:pt x="308528" y="336550"/>
                  <a:pt x="304718" y="342900"/>
                </a:cubicBezTo>
                <a:cubicBezTo>
                  <a:pt x="300908" y="336550"/>
                  <a:pt x="297098" y="328930"/>
                  <a:pt x="293288" y="322580"/>
                </a:cubicBezTo>
                <a:cubicBezTo>
                  <a:pt x="297098" y="328930"/>
                  <a:pt x="300908" y="336550"/>
                  <a:pt x="304718" y="342900"/>
                </a:cubicBezTo>
                <a:cubicBezTo>
                  <a:pt x="297098" y="342900"/>
                  <a:pt x="289478" y="342900"/>
                  <a:pt x="281858" y="342900"/>
                </a:cubicBezTo>
                <a:cubicBezTo>
                  <a:pt x="289478" y="342900"/>
                  <a:pt x="297098" y="342900"/>
                  <a:pt x="304718" y="342900"/>
                </a:cubicBezTo>
                <a:cubicBezTo>
                  <a:pt x="300908" y="349250"/>
                  <a:pt x="297098" y="355600"/>
                  <a:pt x="293288" y="363220"/>
                </a:cubicBezTo>
                <a:cubicBezTo>
                  <a:pt x="297098" y="356870"/>
                  <a:pt x="300908" y="349250"/>
                  <a:pt x="304718" y="342900"/>
                </a:cubicBezTo>
                <a:cubicBezTo>
                  <a:pt x="308528" y="349250"/>
                  <a:pt x="312338" y="356870"/>
                  <a:pt x="316148" y="363220"/>
                </a:cubicBezTo>
                <a:cubicBezTo>
                  <a:pt x="312338" y="356870"/>
                  <a:pt x="308528" y="349250"/>
                  <a:pt x="304718" y="342900"/>
                </a:cubicBezTo>
                <a:cubicBezTo>
                  <a:pt x="312338" y="342900"/>
                  <a:pt x="319958" y="342900"/>
                  <a:pt x="327578" y="342900"/>
                </a:cubicBezTo>
                <a:close/>
              </a:path>
            </a:pathLst>
          </a:custGeom>
          <a:solidFill xmlns:a="http://schemas.openxmlformats.org/drawingml/2006/main">
            <a:srgbClr val="9C996E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CAF7D3E-41BB-4B4F-8241-777B7380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151" y="2998134"/>
            <a:ext cx="403695" cy="4253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5E0CD115-1C5F-4B69-81A1-0DB64E82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0361" y="2964357"/>
            <a:ext cx="465275" cy="523577"/>
          </a:xfrm>
          <a:custGeom xmlns:a="http://schemas.openxmlformats.org/drawingml/2006/main">
            <a:rect l="l" t="t" r="r" b="b"/>
            <a:pathLst>
              <a:path w="609436" h="685800">
                <a:moveTo>
                  <a:pt x="304718" y="342900"/>
                </a:moveTo>
                <a:cubicBezTo>
                  <a:pt x="-217252" y="330200"/>
                  <a:pt x="32938" y="-101600"/>
                  <a:pt x="304718" y="342900"/>
                </a:cubicBezTo>
                <a:close/>
                <a:cubicBezTo>
                  <a:pt x="54528" y="800100"/>
                  <a:pt x="553638" y="800100"/>
                  <a:pt x="304718" y="342900"/>
                </a:cubicBezTo>
                <a:close/>
                <a:cubicBezTo>
                  <a:pt x="-217252" y="355600"/>
                  <a:pt x="32938" y="787400"/>
                  <a:pt x="304718" y="342900"/>
                </a:cubicBezTo>
                <a:close/>
                <a:cubicBezTo>
                  <a:pt x="54528" y="-114300"/>
                  <a:pt x="553638" y="-114300"/>
                  <a:pt x="304718" y="342900"/>
                </a:cubicBezTo>
                <a:close/>
                <a:cubicBezTo>
                  <a:pt x="576498" y="787400"/>
                  <a:pt x="826688" y="355600"/>
                  <a:pt x="304718" y="342900"/>
                </a:cubicBezTo>
                <a:close/>
                <a:cubicBezTo>
                  <a:pt x="576498" y="-101600"/>
                  <a:pt x="826688" y="330200"/>
                  <a:pt x="304718" y="342900"/>
                </a:cubicBezTo>
                <a:close/>
                <a:moveTo>
                  <a:pt x="327578" y="342900"/>
                </a:moveTo>
                <a:cubicBezTo>
                  <a:pt x="319958" y="342900"/>
                  <a:pt x="312338" y="342900"/>
                  <a:pt x="304718" y="342900"/>
                </a:cubicBezTo>
                <a:cubicBezTo>
                  <a:pt x="308528" y="336550"/>
                  <a:pt x="312338" y="330200"/>
                  <a:pt x="316148" y="322580"/>
                </a:cubicBezTo>
                <a:cubicBezTo>
                  <a:pt x="312338" y="328930"/>
                  <a:pt x="308528" y="336550"/>
                  <a:pt x="304718" y="342900"/>
                </a:cubicBezTo>
                <a:cubicBezTo>
                  <a:pt x="300908" y="336550"/>
                  <a:pt x="297098" y="328930"/>
                  <a:pt x="293288" y="322580"/>
                </a:cubicBezTo>
                <a:cubicBezTo>
                  <a:pt x="297098" y="328930"/>
                  <a:pt x="300908" y="336550"/>
                  <a:pt x="304718" y="342900"/>
                </a:cubicBezTo>
                <a:cubicBezTo>
                  <a:pt x="297098" y="342900"/>
                  <a:pt x="289478" y="342900"/>
                  <a:pt x="281858" y="342900"/>
                </a:cubicBezTo>
                <a:cubicBezTo>
                  <a:pt x="289478" y="342900"/>
                  <a:pt x="297098" y="342900"/>
                  <a:pt x="304718" y="342900"/>
                </a:cubicBezTo>
                <a:cubicBezTo>
                  <a:pt x="300908" y="349250"/>
                  <a:pt x="297098" y="355600"/>
                  <a:pt x="293288" y="363220"/>
                </a:cubicBezTo>
                <a:cubicBezTo>
                  <a:pt x="297098" y="356870"/>
                  <a:pt x="300908" y="349250"/>
                  <a:pt x="304718" y="342900"/>
                </a:cubicBezTo>
                <a:cubicBezTo>
                  <a:pt x="308528" y="349250"/>
                  <a:pt x="312338" y="356870"/>
                  <a:pt x="316148" y="363220"/>
                </a:cubicBezTo>
                <a:cubicBezTo>
                  <a:pt x="312338" y="356870"/>
                  <a:pt x="308528" y="349250"/>
                  <a:pt x="304718" y="342900"/>
                </a:cubicBezTo>
                <a:cubicBezTo>
                  <a:pt x="312338" y="342900"/>
                  <a:pt x="319958" y="342900"/>
                  <a:pt x="327578" y="342900"/>
                </a:cubicBezTo>
                <a:close/>
              </a:path>
            </a:pathLst>
          </a:custGeom>
          <a:solidFill xmlns:a="http://schemas.openxmlformats.org/drawingml/2006/main">
            <a:srgbClr val="EAC88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BB7CDA7C-08EF-4982-9308-78D79305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7257" y="3075859"/>
            <a:ext cx="271483" cy="2860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3E8825D5-4434-436C-B5FD-67E1B579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" y="394335"/>
            <a:ext cx="1295926" cy="1286326"/>
          </a:xfrm>
          <a:custGeom xmlns:a="http://schemas.openxmlformats.org/drawingml/2006/main">
            <a:rect l="l" t="t" r="r" b="b"/>
            <a:pathLst>
              <a:path w="685800" h="680720">
                <a:moveTo>
                  <a:pt x="342900" y="0"/>
                </a:moveTo>
                <a:lnTo>
                  <a:pt x="372110" y="224790"/>
                </a:lnTo>
                <a:lnTo>
                  <a:pt x="502920" y="39370"/>
                </a:lnTo>
                <a:lnTo>
                  <a:pt x="425450" y="252730"/>
                </a:lnTo>
                <a:lnTo>
                  <a:pt x="627380" y="148590"/>
                </a:lnTo>
                <a:lnTo>
                  <a:pt x="459740" y="300990"/>
                </a:lnTo>
                <a:lnTo>
                  <a:pt x="685800" y="303530"/>
                </a:lnTo>
                <a:lnTo>
                  <a:pt x="466090" y="360680"/>
                </a:lnTo>
                <a:lnTo>
                  <a:pt x="665480" y="467360"/>
                </a:lnTo>
                <a:lnTo>
                  <a:pt x="445770" y="416560"/>
                </a:lnTo>
                <a:lnTo>
                  <a:pt x="571500" y="604520"/>
                </a:lnTo>
                <a:lnTo>
                  <a:pt x="401320" y="455930"/>
                </a:lnTo>
                <a:lnTo>
                  <a:pt x="425450" y="680720"/>
                </a:lnTo>
                <a:lnTo>
                  <a:pt x="342900" y="469900"/>
                </a:lnTo>
                <a:lnTo>
                  <a:pt x="260350" y="680720"/>
                </a:lnTo>
                <a:lnTo>
                  <a:pt x="284480" y="455930"/>
                </a:lnTo>
                <a:lnTo>
                  <a:pt x="114300" y="604520"/>
                </a:lnTo>
                <a:lnTo>
                  <a:pt x="240030" y="416560"/>
                </a:lnTo>
                <a:lnTo>
                  <a:pt x="20320" y="467360"/>
                </a:lnTo>
                <a:lnTo>
                  <a:pt x="219710" y="360680"/>
                </a:lnTo>
                <a:lnTo>
                  <a:pt x="0" y="303530"/>
                </a:lnTo>
                <a:lnTo>
                  <a:pt x="226060" y="300990"/>
                </a:lnTo>
                <a:lnTo>
                  <a:pt x="58420" y="148590"/>
                </a:lnTo>
                <a:lnTo>
                  <a:pt x="260350" y="252730"/>
                </a:lnTo>
                <a:lnTo>
                  <a:pt x="182880" y="39370"/>
                </a:lnTo>
                <a:lnTo>
                  <a:pt x="313690" y="224790"/>
                </a:lnTo>
                <a:close/>
              </a:path>
            </a:pathLst>
          </a:custGeom>
          <a:solidFill xmlns:a="http://schemas.openxmlformats.org/drawingml/2006/main">
            <a:srgbClr val="B95B27"/>
          </a:solid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73D916-051A-487C-AD65-29BCAB07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311" y="790312"/>
            <a:ext cx="455973" cy="4919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A50100EE-AE90-4CF2-A1C7-C15901A9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73" y="1147424"/>
            <a:ext cx="5216671" cy="15322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17"/>
              </a:lnSpc>
              <a:buNone/>
            </a:pPr>
            <a:r>
              <a:rPr sz="6018">
                <a:solidFill>
                  <a:srgbClr val="CE892D"/>
                </a:solidFill>
                <a:latin typeface="Sports World"/>
                <a:ea typeface="Sports World"/>
                <a:cs typeface="Sports World"/>
              </a:rPr>
              <a:t>Angkor</a:t>
            </a:r>
          </a:p>
          <a:p xmlns:a="http://schemas.openxmlformats.org/drawingml/2006/main">
            <a:pPr algn="ctr">
              <a:lnSpc>
                <a:spcPts val="5717"/>
              </a:lnSpc>
              <a:buNone/>
            </a:pPr>
            <a:r>
              <a:rPr sz="6018">
                <a:solidFill>
                  <a:srgbClr val="CE892D"/>
                </a:solidFill>
                <a:latin typeface="Sports World"/>
                <a:ea typeface="Sports World"/>
                <a:cs typeface="Sports World"/>
              </a:rPr>
              <a:t>Maison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21E9B585-88E4-47A3-AF10-DC283C9E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388" y="1183936"/>
            <a:ext cx="5216671" cy="15322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17"/>
              </a:lnSpc>
              <a:buNone/>
            </a:pPr>
            <a:r>
              <a:rPr sz="6018">
                <a:solidFill>
                  <a:srgbClr val="592406"/>
                </a:solidFill>
                <a:latin typeface="Sports World"/>
                <a:ea typeface="Sports World"/>
                <a:cs typeface="Sports World"/>
              </a:rPr>
              <a:t>Angkor</a:t>
            </a:r>
          </a:p>
          <a:p xmlns:a="http://schemas.openxmlformats.org/drawingml/2006/main">
            <a:pPr algn="ctr">
              <a:lnSpc>
                <a:spcPts val="5717"/>
              </a:lnSpc>
              <a:buNone/>
            </a:pPr>
            <a:r>
              <a:rPr sz="6018">
                <a:solidFill>
                  <a:srgbClr val="592406"/>
                </a:solidFill>
                <a:latin typeface="Sports World"/>
                <a:ea typeface="Sports World"/>
                <a:cs typeface="Sports World"/>
              </a:rPr>
              <a:t>Maison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59C4B6E2-86F9-4D65-B298-71048B4F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6929" y="1879393"/>
            <a:ext cx="1084964" cy="1084964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lnTo>
                  <a:pt x="463617" y="45143"/>
                </a:lnTo>
                <a:lnTo>
                  <a:pt x="531984" y="19891"/>
                </a:lnTo>
                <a:lnTo>
                  <a:pt x="572451" y="80505"/>
                </a:lnTo>
                <a:lnTo>
                  <a:pt x="645276" y="77616"/>
                </a:lnTo>
                <a:lnTo>
                  <a:pt x="665032" y="147768"/>
                </a:lnTo>
                <a:lnTo>
                  <a:pt x="735184" y="167524"/>
                </a:lnTo>
                <a:lnTo>
                  <a:pt x="732295" y="240349"/>
                </a:lnTo>
                <a:lnTo>
                  <a:pt x="792909" y="280816"/>
                </a:lnTo>
                <a:lnTo>
                  <a:pt x="767657" y="349183"/>
                </a:lnTo>
                <a:lnTo>
                  <a:pt x="812800" y="406400"/>
                </a:lnTo>
                <a:lnTo>
                  <a:pt x="767657" y="463617"/>
                </a:lnTo>
                <a:lnTo>
                  <a:pt x="792909" y="531984"/>
                </a:lnTo>
                <a:lnTo>
                  <a:pt x="732295" y="572451"/>
                </a:lnTo>
                <a:lnTo>
                  <a:pt x="735184" y="645276"/>
                </a:lnTo>
                <a:lnTo>
                  <a:pt x="665032" y="665032"/>
                </a:lnTo>
                <a:lnTo>
                  <a:pt x="645276" y="735184"/>
                </a:lnTo>
                <a:lnTo>
                  <a:pt x="572451" y="732295"/>
                </a:lnTo>
                <a:lnTo>
                  <a:pt x="531984" y="792909"/>
                </a:lnTo>
                <a:lnTo>
                  <a:pt x="463617" y="767657"/>
                </a:lnTo>
                <a:lnTo>
                  <a:pt x="406400" y="812800"/>
                </a:lnTo>
                <a:lnTo>
                  <a:pt x="349183" y="767657"/>
                </a:lnTo>
                <a:lnTo>
                  <a:pt x="280816" y="792909"/>
                </a:lnTo>
                <a:lnTo>
                  <a:pt x="240349" y="732295"/>
                </a:lnTo>
                <a:lnTo>
                  <a:pt x="167524" y="735184"/>
                </a:lnTo>
                <a:lnTo>
                  <a:pt x="147768" y="665032"/>
                </a:lnTo>
                <a:lnTo>
                  <a:pt x="77616" y="645276"/>
                </a:lnTo>
                <a:lnTo>
                  <a:pt x="80505" y="572451"/>
                </a:lnTo>
                <a:lnTo>
                  <a:pt x="19891" y="531984"/>
                </a:lnTo>
                <a:lnTo>
                  <a:pt x="45143" y="463617"/>
                </a:lnTo>
                <a:lnTo>
                  <a:pt x="0" y="406400"/>
                </a:lnTo>
                <a:lnTo>
                  <a:pt x="45143" y="349183"/>
                </a:lnTo>
                <a:lnTo>
                  <a:pt x="19891" y="280816"/>
                </a:lnTo>
                <a:lnTo>
                  <a:pt x="80505" y="240349"/>
                </a:lnTo>
                <a:lnTo>
                  <a:pt x="77616" y="167524"/>
                </a:lnTo>
                <a:lnTo>
                  <a:pt x="147768" y="147768"/>
                </a:lnTo>
                <a:lnTo>
                  <a:pt x="167524" y="77616"/>
                </a:lnTo>
                <a:lnTo>
                  <a:pt x="240349" y="80505"/>
                </a:lnTo>
                <a:lnTo>
                  <a:pt x="280816" y="19891"/>
                </a:lnTo>
                <a:lnTo>
                  <a:pt x="349183" y="45143"/>
                </a:lnTo>
                <a:lnTo>
                  <a:pt x="406400" y="0"/>
                </a:lnTo>
                <a:close/>
              </a:path>
            </a:pathLst>
          </a:custGeom>
          <a:solidFill xmlns:a="http://schemas.openxmlformats.org/drawingml/2006/main">
            <a:srgbClr val="7D8560"/>
          </a:solid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352BD009-FFFC-43AA-A921-5163B325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5596" y="1972632"/>
            <a:ext cx="847628" cy="8730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49C19CF5-DE66-49E1-B547-3FC6FC56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97730">
            <a:off x="5284840" y="2225427"/>
            <a:ext cx="1248205" cy="395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29"/>
              </a:lnSpc>
              <a:buNone/>
            </a:pPr>
            <a:r>
              <a:rPr sz="1456">
                <a:solidFill>
                  <a:srgbClr val="FFFFFF"/>
                </a:solidFill>
                <a:latin typeface="Circe"/>
                <a:ea typeface="Circe"/>
                <a:cs typeface="Circe"/>
              </a:rPr>
              <a:t>Web Store</a:t>
            </a:r>
          </a:p>
          <a:p xmlns:a="http://schemas.openxmlformats.org/drawingml/2006/main">
            <a:pPr algn="ctr">
              <a:lnSpc>
                <a:spcPts val="1529"/>
              </a:lnSpc>
              <a:buNone/>
            </a:pPr>
            <a:r>
              <a:rPr sz="1456">
                <a:solidFill>
                  <a:srgbClr val="FFFFFF"/>
                </a:solidFill>
                <a:latin typeface="Circe"/>
                <a:ea typeface="Circe"/>
                <a:cs typeface="Circe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150619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D8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58096E4-B1CE-4DF6-8D16-18E9E5F5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10398" cy="3943350"/>
          </a:xfrm>
          <a:custGeom xmlns:a="http://schemas.openxmlformats.org/drawingml/2006/main">
            <a:rect l="l" t="t" r="r" b="b"/>
            <a:pathLst>
              <a:path w="4816592" h="2709333">
                <a:moveTo>
                  <a:pt x="0" y="0"/>
                </a:moveTo>
                <a:lnTo>
                  <a:pt x="4816592" y="0"/>
                </a:lnTo>
                <a:lnTo>
                  <a:pt x="4816592" y="2709333"/>
                </a:lnTo>
                <a:lnTo>
                  <a:pt x="0" y="2709333"/>
                </a:lnTo>
                <a:close/>
              </a:path>
            </a:pathLst>
          </a:custGeom>
          <a:ln xmlns:a="http://schemas.openxmlformats.org/drawingml/2006/main" w="114300">
            <a:solidFill>
              <a:srgbClr val="B95B27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CA08BAA-363E-4FEC-A07D-2F91B2F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27726"/>
            <a:ext cx="7010400" cy="39710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4C93E5A-81A2-4CE0-96A1-709A04BF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102599"/>
            <a:ext cx="6813127" cy="3747169"/>
          </a:xfrm>
          <a:custGeom xmlns:a="http://schemas.openxmlformats.org/drawingml/2006/main">
            <a:rect l="l" t="t" r="r" b="b"/>
            <a:pathLst>
              <a:path w="4681053" h="2574544">
                <a:moveTo>
                  <a:pt x="0" y="0"/>
                </a:moveTo>
                <a:lnTo>
                  <a:pt x="4681053" y="0"/>
                </a:lnTo>
                <a:lnTo>
                  <a:pt x="4681053" y="2574544"/>
                </a:lnTo>
                <a:lnTo>
                  <a:pt x="0" y="2574544"/>
                </a:lnTo>
                <a:close/>
              </a:path>
            </a:pathLst>
          </a:custGeom>
          <a:ln xmlns:a="http://schemas.openxmlformats.org/drawingml/2006/main" w="114300">
            <a:solidFill>
              <a:srgbClr val="CE892D"/>
            </a:solidFill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450BFDB-B438-4DE7-A466-17EF8CB6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74873"/>
            <a:ext cx="6813127" cy="377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3315C1D-38A3-4B47-B860-DD11FBD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208766"/>
            <a:ext cx="6603840" cy="3555382"/>
          </a:xfrm>
          <a:custGeom xmlns:a="http://schemas.openxmlformats.org/drawingml/2006/main">
            <a:rect l="l" t="t" r="r" b="b"/>
            <a:pathLst>
              <a:path w="4537260" h="2442774">
                <a:moveTo>
                  <a:pt x="0" y="0"/>
                </a:moveTo>
                <a:lnTo>
                  <a:pt x="4537260" y="0"/>
                </a:lnTo>
                <a:lnTo>
                  <a:pt x="4537260" y="2442774"/>
                </a:lnTo>
                <a:lnTo>
                  <a:pt x="0" y="2442774"/>
                </a:lnTo>
                <a:close/>
              </a:path>
            </a:pathLst>
          </a:custGeom>
          <a:ln xmlns:a="http://schemas.openxmlformats.org/drawingml/2006/main" w="114300">
            <a:solidFill>
              <a:srgbClr val="9C996E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9B5D009-A841-4E35-B376-E515877A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181040"/>
            <a:ext cx="6603840" cy="35831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F9E6B975-CD12-4BC7-96C2-1FC69910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42" y="3255251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9C996E"/>
            </a:solidFill>
            <a:prstDash val="solid"/>
          </a:ln>
        </p:spPr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C48FC3-DED5-4CA3-8E53-CACD2B74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42" y="3383877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B95B27"/>
            </a:solidFill>
            <a:prstDash val="solid"/>
          </a:ln>
        </p:spPr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13C23FFD-C7F7-48D8-B179-8FF72D05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42" y="3512503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CE892D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0520A5F-598E-4D9F-9727-4C4E548D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20963" y="126678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AEDC0FF-6BF8-4D39-9EB9-A1D4D001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432957" y="-2472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69C2D549-55D7-4400-A409-2FD6D7C7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44951" y="-174075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7CA8B04-2404-4C23-9D4C-0F8EE0B7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56945" y="-303224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A5A513A1-C35B-403E-AC98-186E1FDF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215" y="31224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492996A3-1880-43E1-BE5B-953780DE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6221" y="18309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9F4781A-B68D-41FA-AB7E-A9ADA0BA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27" y="11494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7FDCB9A-E4A7-4241-BB3A-6A19705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2233" y="-117655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DCBDBE6-2DAB-4D84-9D66-0DE7A277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2951" y="2888116"/>
            <a:ext cx="854571" cy="961650"/>
          </a:xfrm>
          <a:custGeom xmlns:a="http://schemas.openxmlformats.org/drawingml/2006/main">
            <a:rect l="l" t="t" r="r" b="b"/>
            <a:pathLst>
              <a:path w="609436" h="685800">
                <a:moveTo>
                  <a:pt x="304718" y="342900"/>
                </a:moveTo>
                <a:cubicBezTo>
                  <a:pt x="-217252" y="330200"/>
                  <a:pt x="32938" y="-101600"/>
                  <a:pt x="304718" y="342900"/>
                </a:cubicBezTo>
                <a:close/>
                <a:cubicBezTo>
                  <a:pt x="54528" y="800100"/>
                  <a:pt x="553638" y="800100"/>
                  <a:pt x="304718" y="342900"/>
                </a:cubicBezTo>
                <a:close/>
                <a:cubicBezTo>
                  <a:pt x="-217252" y="355600"/>
                  <a:pt x="32938" y="787400"/>
                  <a:pt x="304718" y="342900"/>
                </a:cubicBezTo>
                <a:close/>
                <a:cubicBezTo>
                  <a:pt x="54528" y="-114300"/>
                  <a:pt x="553638" y="-114300"/>
                  <a:pt x="304718" y="342900"/>
                </a:cubicBezTo>
                <a:close/>
                <a:cubicBezTo>
                  <a:pt x="576498" y="787400"/>
                  <a:pt x="826688" y="355600"/>
                  <a:pt x="304718" y="342900"/>
                </a:cubicBezTo>
                <a:close/>
                <a:cubicBezTo>
                  <a:pt x="576498" y="-101600"/>
                  <a:pt x="826688" y="330200"/>
                  <a:pt x="304718" y="342900"/>
                </a:cubicBezTo>
                <a:close/>
                <a:moveTo>
                  <a:pt x="327578" y="342900"/>
                </a:moveTo>
                <a:cubicBezTo>
                  <a:pt x="319958" y="342900"/>
                  <a:pt x="312338" y="342900"/>
                  <a:pt x="304718" y="342900"/>
                </a:cubicBezTo>
                <a:cubicBezTo>
                  <a:pt x="308528" y="336550"/>
                  <a:pt x="312338" y="330200"/>
                  <a:pt x="316148" y="322580"/>
                </a:cubicBezTo>
                <a:cubicBezTo>
                  <a:pt x="312338" y="328930"/>
                  <a:pt x="308528" y="336550"/>
                  <a:pt x="304718" y="342900"/>
                </a:cubicBezTo>
                <a:cubicBezTo>
                  <a:pt x="300908" y="336550"/>
                  <a:pt x="297098" y="328930"/>
                  <a:pt x="293288" y="322580"/>
                </a:cubicBezTo>
                <a:cubicBezTo>
                  <a:pt x="297098" y="328930"/>
                  <a:pt x="300908" y="336550"/>
                  <a:pt x="304718" y="342900"/>
                </a:cubicBezTo>
                <a:cubicBezTo>
                  <a:pt x="297098" y="342900"/>
                  <a:pt x="289478" y="342900"/>
                  <a:pt x="281858" y="342900"/>
                </a:cubicBezTo>
                <a:cubicBezTo>
                  <a:pt x="289478" y="342900"/>
                  <a:pt x="297098" y="342900"/>
                  <a:pt x="304718" y="342900"/>
                </a:cubicBezTo>
                <a:cubicBezTo>
                  <a:pt x="300908" y="349250"/>
                  <a:pt x="297098" y="355600"/>
                  <a:pt x="293288" y="363220"/>
                </a:cubicBezTo>
                <a:cubicBezTo>
                  <a:pt x="297098" y="356870"/>
                  <a:pt x="300908" y="349250"/>
                  <a:pt x="304718" y="342900"/>
                </a:cubicBezTo>
                <a:cubicBezTo>
                  <a:pt x="308528" y="349250"/>
                  <a:pt x="312338" y="356870"/>
                  <a:pt x="316148" y="363220"/>
                </a:cubicBezTo>
                <a:cubicBezTo>
                  <a:pt x="312338" y="356870"/>
                  <a:pt x="308528" y="349250"/>
                  <a:pt x="304718" y="342900"/>
                </a:cubicBezTo>
                <a:cubicBezTo>
                  <a:pt x="312338" y="342900"/>
                  <a:pt x="319958" y="342900"/>
                  <a:pt x="327578" y="342900"/>
                </a:cubicBezTo>
                <a:close/>
              </a:path>
            </a:pathLst>
          </a:custGeom>
          <a:solidFill xmlns:a="http://schemas.openxmlformats.org/drawingml/2006/main">
            <a:srgbClr val="B95B27"/>
          </a:solid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71731E3-B117-4D03-8A8C-3604645E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18" y="3092912"/>
            <a:ext cx="498633" cy="525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D52A383-9A6D-498D-A73F-5C0395DE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04" y="2959820"/>
            <a:ext cx="691862" cy="778555"/>
          </a:xfrm>
          <a:custGeom xmlns:a="http://schemas.openxmlformats.org/drawingml/2006/main">
            <a:rect l="l" t="t" r="r" b="b"/>
            <a:pathLst>
              <a:path w="609436" h="685800">
                <a:moveTo>
                  <a:pt x="304718" y="342900"/>
                </a:moveTo>
                <a:cubicBezTo>
                  <a:pt x="-217252" y="330200"/>
                  <a:pt x="32938" y="-101600"/>
                  <a:pt x="304718" y="342900"/>
                </a:cubicBezTo>
                <a:close/>
                <a:cubicBezTo>
                  <a:pt x="54528" y="800100"/>
                  <a:pt x="553638" y="800100"/>
                  <a:pt x="304718" y="342900"/>
                </a:cubicBezTo>
                <a:close/>
                <a:cubicBezTo>
                  <a:pt x="-217252" y="355600"/>
                  <a:pt x="32938" y="787400"/>
                  <a:pt x="304718" y="342900"/>
                </a:cubicBezTo>
                <a:close/>
                <a:cubicBezTo>
                  <a:pt x="54528" y="-114300"/>
                  <a:pt x="553638" y="-114300"/>
                  <a:pt x="304718" y="342900"/>
                </a:cubicBezTo>
                <a:close/>
                <a:cubicBezTo>
                  <a:pt x="576498" y="787400"/>
                  <a:pt x="826688" y="355600"/>
                  <a:pt x="304718" y="342900"/>
                </a:cubicBezTo>
                <a:close/>
                <a:cubicBezTo>
                  <a:pt x="576498" y="-101600"/>
                  <a:pt x="826688" y="330200"/>
                  <a:pt x="304718" y="342900"/>
                </a:cubicBezTo>
                <a:close/>
                <a:moveTo>
                  <a:pt x="327578" y="342900"/>
                </a:moveTo>
                <a:cubicBezTo>
                  <a:pt x="319958" y="342900"/>
                  <a:pt x="312338" y="342900"/>
                  <a:pt x="304718" y="342900"/>
                </a:cubicBezTo>
                <a:cubicBezTo>
                  <a:pt x="308528" y="336550"/>
                  <a:pt x="312338" y="330200"/>
                  <a:pt x="316148" y="322580"/>
                </a:cubicBezTo>
                <a:cubicBezTo>
                  <a:pt x="312338" y="328930"/>
                  <a:pt x="308528" y="336550"/>
                  <a:pt x="304718" y="342900"/>
                </a:cubicBezTo>
                <a:cubicBezTo>
                  <a:pt x="300908" y="336550"/>
                  <a:pt x="297098" y="328930"/>
                  <a:pt x="293288" y="322580"/>
                </a:cubicBezTo>
                <a:cubicBezTo>
                  <a:pt x="297098" y="328930"/>
                  <a:pt x="300908" y="336550"/>
                  <a:pt x="304718" y="342900"/>
                </a:cubicBezTo>
                <a:cubicBezTo>
                  <a:pt x="297098" y="342900"/>
                  <a:pt x="289478" y="342900"/>
                  <a:pt x="281858" y="342900"/>
                </a:cubicBezTo>
                <a:cubicBezTo>
                  <a:pt x="289478" y="342900"/>
                  <a:pt x="297098" y="342900"/>
                  <a:pt x="304718" y="342900"/>
                </a:cubicBezTo>
                <a:cubicBezTo>
                  <a:pt x="300908" y="349250"/>
                  <a:pt x="297098" y="355600"/>
                  <a:pt x="293288" y="363220"/>
                </a:cubicBezTo>
                <a:cubicBezTo>
                  <a:pt x="297098" y="356870"/>
                  <a:pt x="300908" y="349250"/>
                  <a:pt x="304718" y="342900"/>
                </a:cubicBezTo>
                <a:cubicBezTo>
                  <a:pt x="308528" y="349250"/>
                  <a:pt x="312338" y="356870"/>
                  <a:pt x="316148" y="363220"/>
                </a:cubicBezTo>
                <a:cubicBezTo>
                  <a:pt x="312338" y="356870"/>
                  <a:pt x="308528" y="349250"/>
                  <a:pt x="304718" y="342900"/>
                </a:cubicBezTo>
                <a:cubicBezTo>
                  <a:pt x="312338" y="342900"/>
                  <a:pt x="319958" y="342900"/>
                  <a:pt x="327578" y="342900"/>
                </a:cubicBezTo>
                <a:close/>
              </a:path>
            </a:pathLst>
          </a:custGeom>
          <a:solidFill xmlns:a="http://schemas.openxmlformats.org/drawingml/2006/main">
            <a:srgbClr val="9C996E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FE32285D-FA02-4DB0-B549-2E74A7E3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87" y="3125623"/>
            <a:ext cx="403695" cy="4253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6BAE4767-8DAD-472E-99EA-9DEEFE48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96" y="3087309"/>
            <a:ext cx="465275" cy="523577"/>
          </a:xfrm>
          <a:custGeom xmlns:a="http://schemas.openxmlformats.org/drawingml/2006/main">
            <a:rect l="l" t="t" r="r" b="b"/>
            <a:pathLst>
              <a:path w="609436" h="685800">
                <a:moveTo>
                  <a:pt x="304718" y="342900"/>
                </a:moveTo>
                <a:cubicBezTo>
                  <a:pt x="-217252" y="330200"/>
                  <a:pt x="32938" y="-101600"/>
                  <a:pt x="304718" y="342900"/>
                </a:cubicBezTo>
                <a:close/>
                <a:cubicBezTo>
                  <a:pt x="54528" y="800100"/>
                  <a:pt x="553638" y="800100"/>
                  <a:pt x="304718" y="342900"/>
                </a:cubicBezTo>
                <a:close/>
                <a:cubicBezTo>
                  <a:pt x="-217252" y="355600"/>
                  <a:pt x="32938" y="787400"/>
                  <a:pt x="304718" y="342900"/>
                </a:cubicBezTo>
                <a:close/>
                <a:cubicBezTo>
                  <a:pt x="54528" y="-114300"/>
                  <a:pt x="553638" y="-114300"/>
                  <a:pt x="304718" y="342900"/>
                </a:cubicBezTo>
                <a:close/>
                <a:cubicBezTo>
                  <a:pt x="576498" y="787400"/>
                  <a:pt x="826688" y="355600"/>
                  <a:pt x="304718" y="342900"/>
                </a:cubicBezTo>
                <a:close/>
                <a:cubicBezTo>
                  <a:pt x="576498" y="-101600"/>
                  <a:pt x="826688" y="330200"/>
                  <a:pt x="304718" y="342900"/>
                </a:cubicBezTo>
                <a:close/>
                <a:moveTo>
                  <a:pt x="327578" y="342900"/>
                </a:moveTo>
                <a:cubicBezTo>
                  <a:pt x="319958" y="342900"/>
                  <a:pt x="312338" y="342900"/>
                  <a:pt x="304718" y="342900"/>
                </a:cubicBezTo>
                <a:cubicBezTo>
                  <a:pt x="308528" y="336550"/>
                  <a:pt x="312338" y="330200"/>
                  <a:pt x="316148" y="322580"/>
                </a:cubicBezTo>
                <a:cubicBezTo>
                  <a:pt x="312338" y="328930"/>
                  <a:pt x="308528" y="336550"/>
                  <a:pt x="304718" y="342900"/>
                </a:cubicBezTo>
                <a:cubicBezTo>
                  <a:pt x="300908" y="336550"/>
                  <a:pt x="297098" y="328930"/>
                  <a:pt x="293288" y="322580"/>
                </a:cubicBezTo>
                <a:cubicBezTo>
                  <a:pt x="297098" y="328930"/>
                  <a:pt x="300908" y="336550"/>
                  <a:pt x="304718" y="342900"/>
                </a:cubicBezTo>
                <a:cubicBezTo>
                  <a:pt x="297098" y="342900"/>
                  <a:pt x="289478" y="342900"/>
                  <a:pt x="281858" y="342900"/>
                </a:cubicBezTo>
                <a:cubicBezTo>
                  <a:pt x="289478" y="342900"/>
                  <a:pt x="297098" y="342900"/>
                  <a:pt x="304718" y="342900"/>
                </a:cubicBezTo>
                <a:cubicBezTo>
                  <a:pt x="300908" y="349250"/>
                  <a:pt x="297098" y="355600"/>
                  <a:pt x="293288" y="363220"/>
                </a:cubicBezTo>
                <a:cubicBezTo>
                  <a:pt x="297098" y="356870"/>
                  <a:pt x="300908" y="349250"/>
                  <a:pt x="304718" y="342900"/>
                </a:cubicBezTo>
                <a:cubicBezTo>
                  <a:pt x="308528" y="349250"/>
                  <a:pt x="312338" y="356870"/>
                  <a:pt x="316148" y="363220"/>
                </a:cubicBezTo>
                <a:cubicBezTo>
                  <a:pt x="312338" y="356870"/>
                  <a:pt x="308528" y="349250"/>
                  <a:pt x="304718" y="342900"/>
                </a:cubicBezTo>
                <a:cubicBezTo>
                  <a:pt x="312338" y="342900"/>
                  <a:pt x="319958" y="342900"/>
                  <a:pt x="327578" y="342900"/>
                </a:cubicBezTo>
                <a:close/>
              </a:path>
            </a:pathLst>
          </a:custGeom>
          <a:solidFill xmlns:a="http://schemas.openxmlformats.org/drawingml/2006/main">
            <a:srgbClr val="EAC88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B2D509B5-C18B-4E8F-8436-ED122FAA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592" y="3198811"/>
            <a:ext cx="271483" cy="2860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C610ACC0-9F9B-4534-AFB0-F5D6358D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488" y="1315164"/>
            <a:ext cx="4146831" cy="14349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Angkor Maison is a responsive online storefront for Cambodian home decor. Visitors can browse artisan-made furniture, lighting, plants, wall decor, and accessories, then complete checkout and view receipts.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266E4AB-E36D-48ED-B1F2-D305BF79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4355" y="2789570"/>
            <a:ext cx="761710" cy="722932"/>
          </a:xfrm>
          <a:custGeom xmlns:a="http://schemas.openxmlformats.org/drawingml/2006/main">
            <a:rect l="l" t="t" r="r" b="b"/>
            <a:pathLst>
              <a:path w="761710" h="722932">
                <a:moveTo>
                  <a:pt x="0" y="0"/>
                </a:moveTo>
                <a:lnTo>
                  <a:pt x="761710" y="0"/>
                </a:lnTo>
                <a:lnTo>
                  <a:pt x="761710" y="722933"/>
                </a:lnTo>
                <a:lnTo>
                  <a:pt x="0" y="72293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1064746640b4e4e">
              <a:extLst>
                <a:ext uri="{96DAC541-7B7A-43D3-8B79-37D633B846F1}">
                  <asvg:svgBlip xmlns:asvg="http://schemas.microsoft.com/office/drawing/2016/SVG/main" r:embed="R22c314cc6e91454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12213EB4-C1E6-4539-B83C-02FE1369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8667" y="2925453"/>
            <a:ext cx="786335" cy="786335"/>
          </a:xfrm>
          <a:custGeom xmlns:a="http://schemas.openxmlformats.org/drawingml/2006/main">
            <a:rect l="l" t="t" r="r" b="b"/>
            <a:pathLst>
              <a:path w="786335" h="786335">
                <a:moveTo>
                  <a:pt x="0" y="0"/>
                </a:moveTo>
                <a:lnTo>
                  <a:pt x="786335" y="0"/>
                </a:lnTo>
                <a:lnTo>
                  <a:pt x="786335" y="786335"/>
                </a:lnTo>
                <a:lnTo>
                  <a:pt x="0" y="78633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d0f8db91c8b461b">
              <a:extLst>
                <a:ext uri="{96DAC541-7B7A-43D3-8B79-37D633B846F1}">
                  <asvg:svgBlip xmlns:asvg="http://schemas.microsoft.com/office/drawing/2016/SVG/main" r:embed="Rcb02cf3ed727440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7BC7E55-4F29-4551-8D2C-9111F77F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488" y="852380"/>
            <a:ext cx="4146831" cy="4369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95"/>
              </a:lnSpc>
              <a:buNone/>
            </a:pPr>
            <a:r>
              <a:rPr sz="3258">
                <a:solidFill>
                  <a:srgbClr val="592406"/>
                </a:solidFill>
                <a:latin typeface="Sports World"/>
                <a:ea typeface="Sports World"/>
                <a:cs typeface="Sports World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541451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D8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EAF9AC8-DC1C-45B3-B7E0-09AC040F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10398" cy="3943350"/>
          </a:xfrm>
          <a:custGeom xmlns:a="http://schemas.openxmlformats.org/drawingml/2006/main">
            <a:rect l="l" t="t" r="r" b="b"/>
            <a:pathLst>
              <a:path w="4816592" h="2709333">
                <a:moveTo>
                  <a:pt x="0" y="0"/>
                </a:moveTo>
                <a:lnTo>
                  <a:pt x="4816592" y="0"/>
                </a:lnTo>
                <a:lnTo>
                  <a:pt x="4816592" y="2709333"/>
                </a:lnTo>
                <a:lnTo>
                  <a:pt x="0" y="2709333"/>
                </a:lnTo>
                <a:close/>
              </a:path>
            </a:pathLst>
          </a:custGeom>
          <a:ln xmlns:a="http://schemas.openxmlformats.org/drawingml/2006/main" w="114300">
            <a:solidFill>
              <a:srgbClr val="B95B27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8D5E889-9F47-4A16-9E31-DD6A4FD1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27726"/>
            <a:ext cx="7010400" cy="39710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6D4F1F0F-19DD-451B-BCFB-22522389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102599"/>
            <a:ext cx="6813127" cy="3747169"/>
          </a:xfrm>
          <a:custGeom xmlns:a="http://schemas.openxmlformats.org/drawingml/2006/main">
            <a:rect l="l" t="t" r="r" b="b"/>
            <a:pathLst>
              <a:path w="4681053" h="2574544">
                <a:moveTo>
                  <a:pt x="0" y="0"/>
                </a:moveTo>
                <a:lnTo>
                  <a:pt x="4681053" y="0"/>
                </a:lnTo>
                <a:lnTo>
                  <a:pt x="4681053" y="2574544"/>
                </a:lnTo>
                <a:lnTo>
                  <a:pt x="0" y="2574544"/>
                </a:lnTo>
                <a:close/>
              </a:path>
            </a:pathLst>
          </a:custGeom>
          <a:ln xmlns:a="http://schemas.openxmlformats.org/drawingml/2006/main" w="114300">
            <a:solidFill>
              <a:srgbClr val="CE892D"/>
            </a:solidFill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E215EE5-7B58-4D48-809A-60BBE244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74873"/>
            <a:ext cx="6813127" cy="377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600C3F1D-39B0-4E3A-8877-206B34A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208766"/>
            <a:ext cx="6603840" cy="3555382"/>
          </a:xfrm>
          <a:custGeom xmlns:a="http://schemas.openxmlformats.org/drawingml/2006/main">
            <a:rect l="l" t="t" r="r" b="b"/>
            <a:pathLst>
              <a:path w="4537260" h="2442774">
                <a:moveTo>
                  <a:pt x="0" y="0"/>
                </a:moveTo>
                <a:lnTo>
                  <a:pt x="4537260" y="0"/>
                </a:lnTo>
                <a:lnTo>
                  <a:pt x="4537260" y="2442774"/>
                </a:lnTo>
                <a:lnTo>
                  <a:pt x="0" y="2442774"/>
                </a:lnTo>
                <a:close/>
              </a:path>
            </a:pathLst>
          </a:custGeom>
          <a:ln xmlns:a="http://schemas.openxmlformats.org/drawingml/2006/main" w="114300">
            <a:solidFill>
              <a:srgbClr val="9C996E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EA67F1-7399-47D4-B7EF-A8D84C0A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181040"/>
            <a:ext cx="6603840" cy="35831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926262AA-ECCB-4D6F-8427-5186B15F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4" y="3102337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9C996E"/>
            </a:solidFill>
            <a:prstDash val="solid"/>
          </a:ln>
        </p:spPr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7592DA5-A2F5-46E3-AC1E-8F1FEE62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4" y="3230962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B95B27"/>
            </a:solidFill>
            <a:prstDash val="solid"/>
          </a:ln>
        </p:spPr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2072EE6-B45E-445D-AA0E-B26B212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4" y="3359588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CE892D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EF58269-054D-44AC-99C0-4DB0DB3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640274" y="368206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ACEC3A8-D4D6-474C-B71E-9BC0A5CA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52268" y="355291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F851E0A-201F-4D04-ABDB-4175CBA1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464262" y="338130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F65A40EF-5869-430D-AAF3-99879A61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76256" y="3252158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62B7713-85AB-49A4-8185-D7FEC4C5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215" y="31224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ABCEC90A-EAD2-43BF-BEC1-403404F8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6221" y="18309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E19242C-30A2-42D0-A503-D00EEDF2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27" y="11494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8092FB8-40E9-4ABB-AF3F-8ED0CF4C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2233" y="-117655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7B51EDB-7207-42E3-B841-C0DECDAE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" y="394335"/>
            <a:ext cx="923872" cy="878870"/>
          </a:xfrm>
          <a:custGeom xmlns:a="http://schemas.openxmlformats.org/drawingml/2006/main">
            <a:rect l="l" t="t" r="r" b="b"/>
            <a:pathLst>
              <a:path w="923872" h="878870">
                <a:moveTo>
                  <a:pt x="0" y="0"/>
                </a:moveTo>
                <a:lnTo>
                  <a:pt x="923872" y="0"/>
                </a:lnTo>
                <a:lnTo>
                  <a:pt x="923872" y="878870"/>
                </a:lnTo>
                <a:lnTo>
                  <a:pt x="0" y="8788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f4e649796443ed">
              <a:extLst>
                <a:ext uri="{96DAC541-7B7A-43D3-8B79-37D633B846F1}">
                  <asvg:svgBlip xmlns:asvg="http://schemas.microsoft.com/office/drawing/2016/SVG/main" r:embed="R4838ff0e85be4bc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7C885368-ECA2-47C4-91D7-C452BE73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0767" y="2621791"/>
            <a:ext cx="1236389" cy="1070980"/>
          </a:xfrm>
          <a:custGeom xmlns:a="http://schemas.openxmlformats.org/drawingml/2006/main">
            <a:rect l="l" t="t" r="r" b="b"/>
            <a:pathLst>
              <a:path w="1236389" h="1070980">
                <a:moveTo>
                  <a:pt x="0" y="0"/>
                </a:moveTo>
                <a:lnTo>
                  <a:pt x="1236389" y="0"/>
                </a:lnTo>
                <a:lnTo>
                  <a:pt x="1236389" y="1070980"/>
                </a:lnTo>
                <a:lnTo>
                  <a:pt x="0" y="10709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2e6cd1718594e56">
              <a:extLst>
                <a:ext uri="{96DAC541-7B7A-43D3-8B79-37D633B846F1}">
                  <asvg:svgBlip xmlns:asvg="http://schemas.microsoft.com/office/drawing/2016/SVG/main" r:embed="Rc85ee5f026a64c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A4C3C48-E6C3-407F-B6B3-801D09E3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026" y="1136253"/>
            <a:ext cx="2330140" cy="16138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Build a polished shopping experience that feels local to Cambodia, with bilingual brand cues, USD and riel pricing, and strong product photography.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F9A389C-A412-4133-A90C-3A6784B4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488" y="552978"/>
            <a:ext cx="4146831" cy="4369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95"/>
              </a:lnSpc>
              <a:buNone/>
            </a:pPr>
            <a:r>
              <a:rPr sz="3258">
                <a:solidFill>
                  <a:srgbClr val="592406"/>
                </a:solidFill>
                <a:latin typeface="Sports World"/>
                <a:ea typeface="Sports World"/>
                <a:cs typeface="Sports World"/>
              </a:rPr>
              <a:t>Objectives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D4B9196-74EB-40E3-B92A-AB75D5F4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019" y="1136253"/>
            <a:ext cx="2330140" cy="16138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Implement the customer flow: product filters, item details, cart quantity controls, delivery form, QR/COD payment, confirmation, and receipt history.</a:t>
            </a:r>
          </a:p>
        </p:txBody>
      </p:sp>
    </p:spTree>
    <p:extLst>
      <p:ext uri="{BB962C8B-B14F-4D97-AF65-F5344CB8AC3E}">
        <p14:creationId xmlns:p14="http://schemas.microsoft.com/office/powerpoint/2010/main" val="305341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D8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B5D70F1-BD67-4E59-B4A1-C2702639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10398" cy="3943350"/>
          </a:xfrm>
          <a:custGeom xmlns:a="http://schemas.openxmlformats.org/drawingml/2006/main">
            <a:rect l="l" t="t" r="r" b="b"/>
            <a:pathLst>
              <a:path w="4816592" h="2709333">
                <a:moveTo>
                  <a:pt x="0" y="0"/>
                </a:moveTo>
                <a:lnTo>
                  <a:pt x="4816592" y="0"/>
                </a:lnTo>
                <a:lnTo>
                  <a:pt x="4816592" y="2709333"/>
                </a:lnTo>
                <a:lnTo>
                  <a:pt x="0" y="2709333"/>
                </a:lnTo>
                <a:close/>
              </a:path>
            </a:pathLst>
          </a:custGeom>
          <a:ln xmlns:a="http://schemas.openxmlformats.org/drawingml/2006/main" w="114300">
            <a:solidFill>
              <a:srgbClr val="B95B27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6928A27-94D1-4216-8DF1-39575F60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27726"/>
            <a:ext cx="7010400" cy="39710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5FE58CFB-8462-4B20-A2F8-C13CD3B7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102599"/>
            <a:ext cx="6813127" cy="3747169"/>
          </a:xfrm>
          <a:custGeom xmlns:a="http://schemas.openxmlformats.org/drawingml/2006/main">
            <a:rect l="l" t="t" r="r" b="b"/>
            <a:pathLst>
              <a:path w="4681053" h="2574544">
                <a:moveTo>
                  <a:pt x="0" y="0"/>
                </a:moveTo>
                <a:lnTo>
                  <a:pt x="4681053" y="0"/>
                </a:lnTo>
                <a:lnTo>
                  <a:pt x="4681053" y="2574544"/>
                </a:lnTo>
                <a:lnTo>
                  <a:pt x="0" y="2574544"/>
                </a:lnTo>
                <a:close/>
              </a:path>
            </a:pathLst>
          </a:custGeom>
          <a:ln xmlns:a="http://schemas.openxmlformats.org/drawingml/2006/main" w="114300">
            <a:solidFill>
              <a:srgbClr val="CE892D"/>
            </a:solidFill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5FCEB8F-B459-4799-9F1E-D0AC5275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74873"/>
            <a:ext cx="6813127" cy="377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50D7A71-8CB5-4E21-A8DC-08D031D7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208766"/>
            <a:ext cx="6603840" cy="3555382"/>
          </a:xfrm>
          <a:custGeom xmlns:a="http://schemas.openxmlformats.org/drawingml/2006/main">
            <a:rect l="l" t="t" r="r" b="b"/>
            <a:pathLst>
              <a:path w="4537260" h="2442774">
                <a:moveTo>
                  <a:pt x="0" y="0"/>
                </a:moveTo>
                <a:lnTo>
                  <a:pt x="4537260" y="0"/>
                </a:lnTo>
                <a:lnTo>
                  <a:pt x="4537260" y="2442774"/>
                </a:lnTo>
                <a:lnTo>
                  <a:pt x="0" y="2442774"/>
                </a:lnTo>
                <a:close/>
              </a:path>
            </a:pathLst>
          </a:custGeom>
          <a:ln xmlns:a="http://schemas.openxmlformats.org/drawingml/2006/main" w="114300">
            <a:solidFill>
              <a:srgbClr val="9C996E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A1A787-593E-4D4B-98CE-DAED9868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181040"/>
            <a:ext cx="6603840" cy="35831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6952B56-E14B-4008-84B6-3C31C739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640274" y="368206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158CB41-AFE6-403A-9C9F-F14B5A41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52268" y="355291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BE6ADCBE-F752-4AE3-A8C4-CB01B5AD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464262" y="338130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F985B18-E71A-4691-BB8E-20158570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76256" y="3252158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8F6CE2B-D813-4609-B3D5-1D686838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215" y="31224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340215C-943D-4204-B0AD-D16F03C0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6221" y="18309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BD2012C-D236-4F96-B1DC-12DA6CDA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27" y="11494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A62524D2-658E-4871-A944-F19B47AC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2233" y="-117655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185DACC-6F85-4045-948B-1FBB2A3D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86" y="2929048"/>
            <a:ext cx="582763" cy="1014302"/>
          </a:xfrm>
          <a:custGeom xmlns:a="http://schemas.openxmlformats.org/drawingml/2006/main">
            <a:rect l="l" t="t" r="r" b="b"/>
            <a:pathLst>
              <a:path w="582763" h="1014302">
                <a:moveTo>
                  <a:pt x="0" y="0"/>
                </a:moveTo>
                <a:lnTo>
                  <a:pt x="582763" y="0"/>
                </a:lnTo>
                <a:lnTo>
                  <a:pt x="582763" y="1014302"/>
                </a:lnTo>
                <a:lnTo>
                  <a:pt x="0" y="10143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42f623c04e4d6e">
              <a:extLst>
                <a:ext uri="{96DAC541-7B7A-43D3-8B79-37D633B846F1}">
                  <asvg:svgBlip xmlns:asvg="http://schemas.microsoft.com/office/drawing/2016/SVG/main" r:embed="Rd1f8ce8c13aa4ec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D01CA338-9C3A-4507-9540-DD0A9D3F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1464" y="1428936"/>
            <a:ext cx="1753688" cy="175368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1c186c635b94866"/>
            <a:stretch>
              <a:fillRect l="-26601" t="0" r="-26601" b="0"/>
            </a:stretch>
          </a:blipFill>
          <a:ln xmlns:a="http://schemas.openxmlformats.org/drawingml/2006/main" w="76200">
            <a:solidFill>
              <a:srgbClr val="B95B27"/>
            </a:solidFill>
            <a:prstDash val="solid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BF09463-ACF2-4F6C-938B-3BE72FD7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5946" y="609897"/>
            <a:ext cx="686642" cy="656680"/>
          </a:xfrm>
          <a:custGeom xmlns:a="http://schemas.openxmlformats.org/drawingml/2006/main">
            <a:rect l="l" t="t" r="r" b="b"/>
            <a:pathLst>
              <a:path w="686642" h="656680">
                <a:moveTo>
                  <a:pt x="0" y="0"/>
                </a:moveTo>
                <a:lnTo>
                  <a:pt x="686643" y="0"/>
                </a:lnTo>
                <a:lnTo>
                  <a:pt x="686643" y="656680"/>
                </a:lnTo>
                <a:lnTo>
                  <a:pt x="0" y="6566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eb26ebb97e14bc6">
              <a:extLst>
                <a:ext uri="{96DAC541-7B7A-43D3-8B79-37D633B846F1}">
                  <asvg:svgBlip xmlns:asvg="http://schemas.microsoft.com/office/drawing/2016/SVG/main" r:embed="R209eabadf69041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9AE00E5-50A4-4A2F-AF42-5EE4351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072" y="1672986"/>
            <a:ext cx="3212720" cy="1256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The concept is a Phnom Penh studio working with Cambodian artisans. The design uses warm paper tones, serif display type, product storytelling, and local materials such as rattan, teak, krama cotton, silk, and ceramics.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69AB79D7-307D-45D1-BFE2-92571FB0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488" y="552978"/>
            <a:ext cx="4146831" cy="8276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95"/>
              </a:lnSpc>
              <a:buNone/>
            </a:pPr>
            <a:r>
              <a:rPr sz="3258">
                <a:solidFill>
                  <a:srgbClr val="592406"/>
                </a:solidFill>
                <a:latin typeface="Sports World"/>
                <a:ea typeface="Sports World"/>
                <a:cs typeface="Sports World"/>
              </a:rPr>
              <a:t>Brand</a:t>
            </a:r>
          </a:p>
          <a:p xmlns:a="http://schemas.openxmlformats.org/drawingml/2006/main">
            <a:pPr algn="ctr">
              <a:lnSpc>
                <a:spcPts val="3095"/>
              </a:lnSpc>
              <a:buNone/>
            </a:pPr>
            <a:r>
              <a:rPr sz="3258">
                <a:solidFill>
                  <a:srgbClr val="592406"/>
                </a:solidFill>
                <a:latin typeface="Sports World"/>
                <a:ea typeface="Sports World"/>
                <a:cs typeface="Sports World"/>
              </a:rPr>
              <a:t>Background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7f86aaa304de6"/>
          <a:srcRect xmlns:a="http://schemas.openxmlformats.org/drawingml/2006/main" l="16688" t="0" r="16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7664" y="1505136"/>
            <a:ext cx="1601288" cy="16012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22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D8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979678-6EAD-4725-9859-5D1F08E0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10398" cy="3943350"/>
          </a:xfrm>
          <a:custGeom xmlns:a="http://schemas.openxmlformats.org/drawingml/2006/main">
            <a:rect l="l" t="t" r="r" b="b"/>
            <a:pathLst>
              <a:path w="4816592" h="2709333">
                <a:moveTo>
                  <a:pt x="0" y="0"/>
                </a:moveTo>
                <a:lnTo>
                  <a:pt x="4816592" y="0"/>
                </a:lnTo>
                <a:lnTo>
                  <a:pt x="4816592" y="2709333"/>
                </a:lnTo>
                <a:lnTo>
                  <a:pt x="0" y="2709333"/>
                </a:lnTo>
                <a:close/>
              </a:path>
            </a:pathLst>
          </a:custGeom>
          <a:ln xmlns:a="http://schemas.openxmlformats.org/drawingml/2006/main" w="114300">
            <a:solidFill>
              <a:srgbClr val="B95B27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4BF442C-80A7-45B6-B08C-FF588854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27726"/>
            <a:ext cx="7010400" cy="39710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41D4157-76B0-4C8F-BD5A-B893899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102599"/>
            <a:ext cx="6813127" cy="3747169"/>
          </a:xfrm>
          <a:custGeom xmlns:a="http://schemas.openxmlformats.org/drawingml/2006/main">
            <a:rect l="l" t="t" r="r" b="b"/>
            <a:pathLst>
              <a:path w="4681053" h="2574544">
                <a:moveTo>
                  <a:pt x="0" y="0"/>
                </a:moveTo>
                <a:lnTo>
                  <a:pt x="4681053" y="0"/>
                </a:lnTo>
                <a:lnTo>
                  <a:pt x="4681053" y="2574544"/>
                </a:lnTo>
                <a:lnTo>
                  <a:pt x="0" y="2574544"/>
                </a:lnTo>
                <a:close/>
              </a:path>
            </a:pathLst>
          </a:custGeom>
          <a:ln xmlns:a="http://schemas.openxmlformats.org/drawingml/2006/main" w="114300">
            <a:solidFill>
              <a:srgbClr val="CE892D"/>
            </a:solidFill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EDF6B91-1825-4503-B011-54904B76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74873"/>
            <a:ext cx="6813127" cy="377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A57E84B-493C-40E3-B930-717E7D37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208766"/>
            <a:ext cx="6603840" cy="3555382"/>
          </a:xfrm>
          <a:custGeom xmlns:a="http://schemas.openxmlformats.org/drawingml/2006/main">
            <a:rect l="l" t="t" r="r" b="b"/>
            <a:pathLst>
              <a:path w="4537260" h="2442774">
                <a:moveTo>
                  <a:pt x="0" y="0"/>
                </a:moveTo>
                <a:lnTo>
                  <a:pt x="4537260" y="0"/>
                </a:lnTo>
                <a:lnTo>
                  <a:pt x="4537260" y="2442774"/>
                </a:lnTo>
                <a:lnTo>
                  <a:pt x="0" y="2442774"/>
                </a:lnTo>
                <a:close/>
              </a:path>
            </a:pathLst>
          </a:custGeom>
          <a:ln xmlns:a="http://schemas.openxmlformats.org/drawingml/2006/main" w="114300">
            <a:solidFill>
              <a:srgbClr val="9C996E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37D10144-893A-4D49-BE97-0925CB1E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181040"/>
            <a:ext cx="6603840" cy="35831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5979333-836C-450D-B962-1E0237AC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640274" y="368206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A1A0159-7967-4E23-9642-F05B0760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52268" y="355291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6723792-3B9E-4271-89A2-4E1940A2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464262" y="338130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A12504DF-74D7-4BCD-B922-AFB7BC0F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76256" y="3252158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E2775D0C-FF6E-4586-B6B1-6C539683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215" y="31224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1355F57-D40F-49E3-A57A-FDE4BD3A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6221" y="18309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B819C63-C50F-45C2-9B86-5F39D314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27" y="11494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6D49502-4E94-43E9-9B98-9BA0292D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2233" y="-117655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EF8ACF1-2395-4AD4-82F3-2BB5A2E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0849" y="13791"/>
            <a:ext cx="651975" cy="1045442"/>
          </a:xfrm>
          <a:custGeom xmlns:a="http://schemas.openxmlformats.org/drawingml/2006/main">
            <a:rect l="l" t="t" r="r" b="b"/>
            <a:pathLst>
              <a:path w="651975" h="1045442">
                <a:moveTo>
                  <a:pt x="0" y="0"/>
                </a:moveTo>
                <a:lnTo>
                  <a:pt x="651975" y="0"/>
                </a:lnTo>
                <a:lnTo>
                  <a:pt x="651975" y="1045442"/>
                </a:lnTo>
                <a:lnTo>
                  <a:pt x="0" y="104544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5a4dce7d6c4c93">
              <a:extLst>
                <a:ext uri="{96DAC541-7B7A-43D3-8B79-37D633B846F1}">
                  <asvg:svgBlip xmlns:asvg="http://schemas.microsoft.com/office/drawing/2016/SVG/main" r:embed="R422b9c890c22446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C549F8C-D235-4004-A774-E3B45A3D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2969732"/>
            <a:ext cx="988157" cy="939647"/>
          </a:xfrm>
          <a:custGeom xmlns:a="http://schemas.openxmlformats.org/drawingml/2006/main">
            <a:rect l="l" t="t" r="r" b="b"/>
            <a:pathLst>
              <a:path w="988157" h="939647">
                <a:moveTo>
                  <a:pt x="0" y="0"/>
                </a:moveTo>
                <a:lnTo>
                  <a:pt x="988157" y="0"/>
                </a:lnTo>
                <a:lnTo>
                  <a:pt x="988157" y="939647"/>
                </a:lnTo>
                <a:lnTo>
                  <a:pt x="0" y="9396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73b2d7b71004342">
              <a:extLst>
                <a:ext uri="{96DAC541-7B7A-43D3-8B79-37D633B846F1}">
                  <asvg:svgBlip xmlns:asvg="http://schemas.microsoft.com/office/drawing/2016/SVG/main" r:embed="R8750c2046e4046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F771B2A-760C-45AD-9901-1F093672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786" y="1456271"/>
            <a:ext cx="5160829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Structure: separate HTML pages for Home, Products, About, Contact, Cart, and Receipts, tied together with shared CSS and navigation.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D56748B-6394-4B3B-9CB5-2D1ED68D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808" y="593662"/>
            <a:ext cx="4146831" cy="8276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95"/>
              </a:lnSpc>
              <a:buNone/>
            </a:pPr>
            <a:r>
              <a:rPr sz="3258">
                <a:solidFill>
                  <a:srgbClr val="592406"/>
                </a:solidFill>
                <a:latin typeface="Sports World"/>
                <a:ea typeface="Sports World"/>
                <a:cs typeface="Sports World"/>
              </a:rPr>
              <a:t>Development Method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9B1C275A-169A-4F09-B640-85000535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786" y="2250404"/>
            <a:ext cx="5160829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Behavior: vanilla JavaScript manages cart state in localStorage, product search/filtering, checkout validation, receipt storage, modal details, toast messages, and slideshow timing.</a:t>
            </a:r>
          </a:p>
        </p:txBody>
      </p:sp>
    </p:spTree>
    <p:extLst>
      <p:ext uri="{BB962C8B-B14F-4D97-AF65-F5344CB8AC3E}">
        <p14:creationId xmlns:p14="http://schemas.microsoft.com/office/powerpoint/2010/main" val="70711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D8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7C1448B-D5B6-4EFA-ABEC-FB90A05E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10398" cy="3943350"/>
          </a:xfrm>
          <a:custGeom xmlns:a="http://schemas.openxmlformats.org/drawingml/2006/main">
            <a:rect l="l" t="t" r="r" b="b"/>
            <a:pathLst>
              <a:path w="4816592" h="2709333">
                <a:moveTo>
                  <a:pt x="0" y="0"/>
                </a:moveTo>
                <a:lnTo>
                  <a:pt x="4816592" y="0"/>
                </a:lnTo>
                <a:lnTo>
                  <a:pt x="4816592" y="2709333"/>
                </a:lnTo>
                <a:lnTo>
                  <a:pt x="0" y="2709333"/>
                </a:lnTo>
                <a:close/>
              </a:path>
            </a:pathLst>
          </a:custGeom>
          <a:ln xmlns:a="http://schemas.openxmlformats.org/drawingml/2006/main" w="114300">
            <a:solidFill>
              <a:srgbClr val="B95B27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D80A0B4-B039-4E21-8F7F-57D083E8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27726"/>
            <a:ext cx="7010400" cy="39710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19B1770-BC94-4613-8E20-B13DFEE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102599"/>
            <a:ext cx="6813127" cy="3747169"/>
          </a:xfrm>
          <a:custGeom xmlns:a="http://schemas.openxmlformats.org/drawingml/2006/main">
            <a:rect l="l" t="t" r="r" b="b"/>
            <a:pathLst>
              <a:path w="4681053" h="2574544">
                <a:moveTo>
                  <a:pt x="0" y="0"/>
                </a:moveTo>
                <a:lnTo>
                  <a:pt x="4681053" y="0"/>
                </a:lnTo>
                <a:lnTo>
                  <a:pt x="4681053" y="2574544"/>
                </a:lnTo>
                <a:lnTo>
                  <a:pt x="0" y="2574544"/>
                </a:lnTo>
                <a:close/>
              </a:path>
            </a:pathLst>
          </a:custGeom>
          <a:ln xmlns:a="http://schemas.openxmlformats.org/drawingml/2006/main" w="114300">
            <a:solidFill>
              <a:srgbClr val="CE892D"/>
            </a:solidFill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C09F548-B6E7-45C8-A437-38C7913B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74873"/>
            <a:ext cx="6813127" cy="377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B44E9EE-A2F8-4E7F-976D-C96DE5D0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208766"/>
            <a:ext cx="6603840" cy="3555382"/>
          </a:xfrm>
          <a:custGeom xmlns:a="http://schemas.openxmlformats.org/drawingml/2006/main">
            <a:rect l="l" t="t" r="r" b="b"/>
            <a:pathLst>
              <a:path w="4537260" h="2442774">
                <a:moveTo>
                  <a:pt x="0" y="0"/>
                </a:moveTo>
                <a:lnTo>
                  <a:pt x="4537260" y="0"/>
                </a:lnTo>
                <a:lnTo>
                  <a:pt x="4537260" y="2442774"/>
                </a:lnTo>
                <a:lnTo>
                  <a:pt x="0" y="2442774"/>
                </a:lnTo>
                <a:close/>
              </a:path>
            </a:pathLst>
          </a:custGeom>
          <a:ln xmlns:a="http://schemas.openxmlformats.org/drawingml/2006/main" w="114300">
            <a:solidFill>
              <a:srgbClr val="9C996E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A7DA5B-3158-4ABB-83C7-7291F162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181040"/>
            <a:ext cx="6603840" cy="35831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1749697-7470-405F-B8FD-E934CE2B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640274" y="368206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6F62D5-E85D-42F3-A1B1-AB369DE1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52268" y="355291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E123B5A-4D0B-404A-A01A-6BB5B08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464262" y="338130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1624EDF-E5D4-4639-BB81-D2106E3C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76256" y="3252158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23DB4A5-4D8E-4FEC-9A6F-5FDFCEF7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215" y="31224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89B2B05-4F63-46EB-A316-D87DFCBB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6221" y="18309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750EDC3-7056-4DCF-9D81-0D3E8979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27" y="11494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97F9127-145D-4ADD-8C15-6FBB07E0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2233" y="-117655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0A689BC-CC42-4255-843C-DD0748EC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3705" y="134786"/>
            <a:ext cx="803451" cy="803451"/>
          </a:xfrm>
          <a:custGeom xmlns:a="http://schemas.openxmlformats.org/drawingml/2006/main">
            <a:rect l="l" t="t" r="r" b="b"/>
            <a:pathLst>
              <a:path w="803451" h="803451">
                <a:moveTo>
                  <a:pt x="0" y="0"/>
                </a:moveTo>
                <a:lnTo>
                  <a:pt x="803451" y="0"/>
                </a:lnTo>
                <a:lnTo>
                  <a:pt x="803451" y="803451"/>
                </a:lnTo>
                <a:lnTo>
                  <a:pt x="0" y="80345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d8d44522754836">
              <a:extLst>
                <a:ext uri="{96DAC541-7B7A-43D3-8B79-37D633B846F1}">
                  <asvg:svgBlip xmlns:asvg="http://schemas.microsoft.com/office/drawing/2016/SVG/main" r:embed="R8c2489791d6447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A7690DD-CCEF-448B-82AF-C0FBAF9B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1308" y="2941108"/>
            <a:ext cx="1407784" cy="607907"/>
          </a:xfrm>
          <a:custGeom xmlns:a="http://schemas.openxmlformats.org/drawingml/2006/main">
            <a:rect l="l" t="t" r="r" b="b"/>
            <a:pathLst>
              <a:path w="1407784" h="607907">
                <a:moveTo>
                  <a:pt x="0" y="0"/>
                </a:moveTo>
                <a:lnTo>
                  <a:pt x="1407784" y="0"/>
                </a:lnTo>
                <a:lnTo>
                  <a:pt x="1407784" y="607907"/>
                </a:lnTo>
                <a:lnTo>
                  <a:pt x="0" y="6079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7e67fe640945fb">
              <a:extLst>
                <a:ext uri="{96DAC541-7B7A-43D3-8B79-37D633B846F1}">
                  <asvg:svgBlip xmlns:asvg="http://schemas.microsoft.com/office/drawing/2016/SVG/main" r:embed="Rb43ce9ed2c6247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87F1E8C-EBEF-464D-BBD1-28469021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237" y="1329073"/>
            <a:ext cx="1776797" cy="14349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Catalog</a:t>
            </a:r>
          </a:p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30 product cards with categories, USD/KHR prices, search, filters, badges, and item detail modal.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411EF84-92C7-4FE2-A219-BF030F35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808" y="593662"/>
            <a:ext cx="4146831" cy="4369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95"/>
              </a:lnSpc>
              <a:buNone/>
            </a:pPr>
            <a:r>
              <a:rPr sz="3258">
                <a:solidFill>
                  <a:srgbClr val="592406"/>
                </a:solidFill>
                <a:latin typeface="Sports World"/>
                <a:ea typeface="Sports World"/>
                <a:cs typeface="Sports World"/>
              </a:rPr>
              <a:t>Key Features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45C5C1D4-3734-4335-B65C-D0C5EB39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9705" y="1329073"/>
            <a:ext cx="1776797" cy="14349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Checkout</a:t>
            </a:r>
          </a:p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Cart quantity controls, free shipping threshold, province selector, QR/COD payment, and order confirmation.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D5B5412-0C59-4FCF-B0C5-ABEC34C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8174" y="1329073"/>
            <a:ext cx="1776797" cy="14349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Receipts</a:t>
            </a:r>
          </a:p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Completed orders save to receipt history with totals, payment, delivery city, and item summaries.</a:t>
            </a:r>
          </a:p>
        </p:txBody>
      </p:sp>
    </p:spTree>
    <p:extLst>
      <p:ext uri="{BB962C8B-B14F-4D97-AF65-F5344CB8AC3E}">
        <p14:creationId xmlns:p14="http://schemas.microsoft.com/office/powerpoint/2010/main" val="11527294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D8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C6A1482-CFB6-4BF9-9F29-B6210784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10398" cy="3943350"/>
          </a:xfrm>
          <a:custGeom xmlns:a="http://schemas.openxmlformats.org/drawingml/2006/main">
            <a:rect l="l" t="t" r="r" b="b"/>
            <a:pathLst>
              <a:path w="4816592" h="2709333">
                <a:moveTo>
                  <a:pt x="0" y="0"/>
                </a:moveTo>
                <a:lnTo>
                  <a:pt x="4816592" y="0"/>
                </a:lnTo>
                <a:lnTo>
                  <a:pt x="4816592" y="2709333"/>
                </a:lnTo>
                <a:lnTo>
                  <a:pt x="0" y="2709333"/>
                </a:lnTo>
                <a:close/>
              </a:path>
            </a:pathLst>
          </a:custGeom>
          <a:ln xmlns:a="http://schemas.openxmlformats.org/drawingml/2006/main" w="114300">
            <a:solidFill>
              <a:srgbClr val="B95B27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9C236D7-F9FE-46BC-9B34-66404ECC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27726"/>
            <a:ext cx="7010400" cy="39710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9D72CD7-391A-49A9-8EA7-A8415AAB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102599"/>
            <a:ext cx="6813127" cy="3747169"/>
          </a:xfrm>
          <a:custGeom xmlns:a="http://schemas.openxmlformats.org/drawingml/2006/main">
            <a:rect l="l" t="t" r="r" b="b"/>
            <a:pathLst>
              <a:path w="4681053" h="2574544">
                <a:moveTo>
                  <a:pt x="0" y="0"/>
                </a:moveTo>
                <a:lnTo>
                  <a:pt x="4681053" y="0"/>
                </a:lnTo>
                <a:lnTo>
                  <a:pt x="4681053" y="2574544"/>
                </a:lnTo>
                <a:lnTo>
                  <a:pt x="0" y="2574544"/>
                </a:lnTo>
                <a:close/>
              </a:path>
            </a:pathLst>
          </a:custGeom>
          <a:ln xmlns:a="http://schemas.openxmlformats.org/drawingml/2006/main" w="114300">
            <a:solidFill>
              <a:srgbClr val="CE892D"/>
            </a:solidFill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5850E5B-2706-4C60-B444-B0FF3C87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74873"/>
            <a:ext cx="6813127" cy="377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1F5E864-83D2-4BEA-B697-76855FC7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208766"/>
            <a:ext cx="6603840" cy="3555382"/>
          </a:xfrm>
          <a:custGeom xmlns:a="http://schemas.openxmlformats.org/drawingml/2006/main">
            <a:rect l="l" t="t" r="r" b="b"/>
            <a:pathLst>
              <a:path w="4537260" h="2442774">
                <a:moveTo>
                  <a:pt x="0" y="0"/>
                </a:moveTo>
                <a:lnTo>
                  <a:pt x="4537260" y="0"/>
                </a:lnTo>
                <a:lnTo>
                  <a:pt x="4537260" y="2442774"/>
                </a:lnTo>
                <a:lnTo>
                  <a:pt x="0" y="2442774"/>
                </a:lnTo>
                <a:close/>
              </a:path>
            </a:pathLst>
          </a:custGeom>
          <a:ln xmlns:a="http://schemas.openxmlformats.org/drawingml/2006/main" w="114300">
            <a:solidFill>
              <a:srgbClr val="9C996E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2B60C9-9650-4E68-A8E4-84B87BB1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181040"/>
            <a:ext cx="6603840" cy="35831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79FE550-6BAA-45DF-AF5A-2D711269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215" y="31224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C8C7B52-37A4-4DA5-B9F5-76140E1B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6221" y="18309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53CEA1B-4023-418A-B63C-681D884D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27" y="11494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1E93CFB-ACA9-479C-A7D5-B44CC13B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2233" y="-117655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pic>
        <p:nvPicPr>
          <p:cNvPr id="16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7827c4efc4285"/>
          <a:srcRect xmlns:a="http://schemas.openxmlformats.org/drawingml/2006/main" l="0" t="230" r="0" b="2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783636" y="1011299"/>
            <a:ext cx="2557691" cy="2237649"/>
          </a:xfrm>
          <a:prstGeom xmlns:a="http://schemas.openxmlformats.org/drawingml/2006/main" prst="rect">
            <a:avLst/>
          </a:prstGeom>
        </p:spPr>
      </p:pic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456898C-0E45-4592-B07B-72AABC94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84930">
            <a:off x="-109359" y="2760345"/>
            <a:ext cx="1585991" cy="1577340"/>
          </a:xfrm>
          <a:custGeom xmlns:a="http://schemas.openxmlformats.org/drawingml/2006/main">
            <a:rect l="l" t="t" r="r" b="b"/>
            <a:pathLst>
              <a:path w="1585991" h="1577340">
                <a:moveTo>
                  <a:pt x="0" y="0"/>
                </a:moveTo>
                <a:lnTo>
                  <a:pt x="1585991" y="0"/>
                </a:lnTo>
                <a:lnTo>
                  <a:pt x="1585991" y="1577340"/>
                </a:lnTo>
                <a:lnTo>
                  <a:pt x="0" y="15773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07827c4efc4285">
              <a:extLst>
                <a:ext uri="{96DAC541-7B7A-43D3-8B79-37D633B846F1}">
                  <asvg:svgBlip xmlns:asvg="http://schemas.microsoft.com/office/drawing/2016/SVG/main" r:embed="R8ca5e603f9154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E1C77BD-9586-4ACF-9275-BEA82C73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9192" y="440290"/>
            <a:ext cx="686579" cy="686579"/>
          </a:xfrm>
          <a:custGeom xmlns:a="http://schemas.openxmlformats.org/drawingml/2006/main">
            <a:rect l="l" t="t" r="r" b="b"/>
            <a:pathLst>
              <a:path w="686579" h="686579">
                <a:moveTo>
                  <a:pt x="0" y="0"/>
                </a:moveTo>
                <a:lnTo>
                  <a:pt x="686579" y="0"/>
                </a:lnTo>
                <a:lnTo>
                  <a:pt x="686579" y="686579"/>
                </a:lnTo>
                <a:lnTo>
                  <a:pt x="0" y="6865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6005fc64624d71">
              <a:extLst>
                <a:ext uri="{96DAC541-7B7A-43D3-8B79-37D633B846F1}">
                  <asvg:svgBlip xmlns:asvg="http://schemas.microsoft.com/office/drawing/2016/SVG/main" r:embed="R0dfd8c93fb2f48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1CFE1DC-A2A0-4087-AB73-9F14920A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808" y="593662"/>
            <a:ext cx="4146831" cy="4369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95"/>
              </a:lnSpc>
              <a:buNone/>
            </a:pPr>
            <a:r>
              <a:rPr sz="3258">
                <a:solidFill>
                  <a:srgbClr val="592406"/>
                </a:solidFill>
                <a:latin typeface="Sports World"/>
                <a:ea typeface="Sports World"/>
                <a:cs typeface="Sports World"/>
              </a:rPr>
              <a:t>Interface Analysis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0AD97C5B-61BE-4DD3-98B1-D2D0BA4F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402" y="1264207"/>
            <a:ext cx="2774552" cy="14349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The catalog page is the main proof of the project: products are easy to scan, filters reduce choice overload, and the visual system matches the Cambodian home decor theme.</a:t>
            </a:r>
          </a:p>
        </p:txBody>
      </p:sp>
    </p:spTree>
    <p:extLst>
      <p:ext uri="{BB962C8B-B14F-4D97-AF65-F5344CB8AC3E}">
        <p14:creationId xmlns:p14="http://schemas.microsoft.com/office/powerpoint/2010/main" val="1051084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D8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3EB5B08-0D4B-40F5-A8BB-866D276F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10398" cy="3943350"/>
          </a:xfrm>
          <a:custGeom xmlns:a="http://schemas.openxmlformats.org/drawingml/2006/main">
            <a:rect l="l" t="t" r="r" b="b"/>
            <a:pathLst>
              <a:path w="4816592" h="2709333">
                <a:moveTo>
                  <a:pt x="0" y="0"/>
                </a:moveTo>
                <a:lnTo>
                  <a:pt x="4816592" y="0"/>
                </a:lnTo>
                <a:lnTo>
                  <a:pt x="4816592" y="2709333"/>
                </a:lnTo>
                <a:lnTo>
                  <a:pt x="0" y="2709333"/>
                </a:lnTo>
                <a:close/>
              </a:path>
            </a:pathLst>
          </a:custGeom>
          <a:ln xmlns:a="http://schemas.openxmlformats.org/drawingml/2006/main" w="114300">
            <a:solidFill>
              <a:srgbClr val="B95B27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C0F41AA-9E1D-42B2-A0FE-22E8B20D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27726"/>
            <a:ext cx="7010400" cy="39710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F48D861-75E1-4D77-89BD-5AFBC9BA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102599"/>
            <a:ext cx="6813127" cy="3747169"/>
          </a:xfrm>
          <a:custGeom xmlns:a="http://schemas.openxmlformats.org/drawingml/2006/main">
            <a:rect l="l" t="t" r="r" b="b"/>
            <a:pathLst>
              <a:path w="4681053" h="2574544">
                <a:moveTo>
                  <a:pt x="0" y="0"/>
                </a:moveTo>
                <a:lnTo>
                  <a:pt x="4681053" y="0"/>
                </a:lnTo>
                <a:lnTo>
                  <a:pt x="4681053" y="2574544"/>
                </a:lnTo>
                <a:lnTo>
                  <a:pt x="0" y="2574544"/>
                </a:lnTo>
                <a:close/>
              </a:path>
            </a:pathLst>
          </a:custGeom>
          <a:ln xmlns:a="http://schemas.openxmlformats.org/drawingml/2006/main" w="114300">
            <a:solidFill>
              <a:srgbClr val="CE892D"/>
            </a:solidFill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5A233AA-5DCE-4D2E-B57D-284CC021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74873"/>
            <a:ext cx="6813127" cy="377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57E1680-B550-4080-A426-251A38E7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208766"/>
            <a:ext cx="6603840" cy="3555382"/>
          </a:xfrm>
          <a:custGeom xmlns:a="http://schemas.openxmlformats.org/drawingml/2006/main">
            <a:rect l="l" t="t" r="r" b="b"/>
            <a:pathLst>
              <a:path w="4537260" h="2442774">
                <a:moveTo>
                  <a:pt x="0" y="0"/>
                </a:moveTo>
                <a:lnTo>
                  <a:pt x="4537260" y="0"/>
                </a:lnTo>
                <a:lnTo>
                  <a:pt x="4537260" y="2442774"/>
                </a:lnTo>
                <a:lnTo>
                  <a:pt x="0" y="2442774"/>
                </a:lnTo>
                <a:close/>
              </a:path>
            </a:pathLst>
          </a:custGeom>
          <a:ln xmlns:a="http://schemas.openxmlformats.org/drawingml/2006/main" w="114300">
            <a:solidFill>
              <a:srgbClr val="9C996E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2598E0-A592-428A-812C-B24A935A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181040"/>
            <a:ext cx="6603840" cy="35831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2D25C74-A711-488B-B22B-7B5F8E2E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640274" y="368206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8B523D3-3C3B-4058-95D0-47B283DA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52268" y="355291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E4DE70F-728D-4D72-B32F-9F11D358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464262" y="338130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A3F36EAD-3CB6-44F7-A9EB-110A8AFA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76256" y="3252158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4B547A5-C493-431D-BA6A-CA762E09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215" y="31224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6EE1D67-C69C-409A-B167-BAA6315F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6221" y="18309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2DDCCE63-A354-4BF1-8F23-FD87C6AC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27" y="11494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37DB488-D690-4B99-9B36-599DB42A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2233" y="-117655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9F6A1C3-43C1-448F-9365-EB4BAF60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8484" y="2952740"/>
            <a:ext cx="1215162" cy="1402529"/>
          </a:xfrm>
          <a:custGeom xmlns:a="http://schemas.openxmlformats.org/drawingml/2006/main">
            <a:rect l="l" t="t" r="r" b="b"/>
            <a:pathLst>
              <a:path w="1215162" h="1402529">
                <a:moveTo>
                  <a:pt x="0" y="0"/>
                </a:moveTo>
                <a:lnTo>
                  <a:pt x="1215162" y="0"/>
                </a:lnTo>
                <a:lnTo>
                  <a:pt x="1215162" y="1402530"/>
                </a:lnTo>
                <a:lnTo>
                  <a:pt x="0" y="140253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4c14e0303e840f3">
              <a:extLst>
                <a:ext uri="{96DAC541-7B7A-43D3-8B79-37D633B846F1}">
                  <asvg:svgBlip xmlns:asvg="http://schemas.microsoft.com/office/drawing/2016/SVG/main" r:embed="Ra727115640854a1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4E3BF60-378D-4D73-A361-4E5C5D71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200052">
            <a:off x="-621282" y="40530"/>
            <a:ext cx="1989870" cy="991317"/>
          </a:xfrm>
          <a:custGeom xmlns:a="http://schemas.openxmlformats.org/drawingml/2006/main">
            <a:rect l="l" t="t" r="r" b="b"/>
            <a:pathLst>
              <a:path w="1989870" h="991317">
                <a:moveTo>
                  <a:pt x="0" y="0"/>
                </a:moveTo>
                <a:lnTo>
                  <a:pt x="1989869" y="0"/>
                </a:lnTo>
                <a:lnTo>
                  <a:pt x="1989869" y="991317"/>
                </a:lnTo>
                <a:lnTo>
                  <a:pt x="0" y="9913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867cef5979e415a">
              <a:extLst>
                <a:ext uri="{96DAC541-7B7A-43D3-8B79-37D633B846F1}">
                  <asvg:svgBlip xmlns:asvg="http://schemas.microsoft.com/office/drawing/2016/SVG/main" r:embed="R4ce859749d5249f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2B45E4A-88E9-4DE3-B28D-99815BE6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488" y="782314"/>
            <a:ext cx="4146831" cy="4369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95"/>
              </a:lnSpc>
              <a:buNone/>
            </a:pPr>
            <a:r>
              <a:rPr sz="3258">
                <a:solidFill>
                  <a:srgbClr val="592406"/>
                </a:solidFill>
                <a:latin typeface="Sports World"/>
                <a:ea typeface="Sports World"/>
                <a:cs typeface="Sports World"/>
              </a:rPr>
              <a:t>Conclusion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AE0BDB0-523D-47D1-B78E-049AC1C0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924" y="1345794"/>
            <a:ext cx="5709959" cy="540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The project delivers a complete front-end e-commerce experience, not just a static product gallery.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31A3D6D-E14C-4638-A438-BAD4BD47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924" y="2011782"/>
            <a:ext cx="5709959" cy="540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Its strongest parts are the branded visual design, product browsing tools, cart/checkout logic, and receipt history.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0737CC7-C82B-4864-B970-A2BC1178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924" y="2677770"/>
            <a:ext cx="5709959" cy="540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The site can be extended with a backend, user accounts, inventory data, and online payment integration.</a:t>
            </a:r>
          </a:p>
        </p:txBody>
      </p:sp>
    </p:spTree>
    <p:extLst>
      <p:ext uri="{BB962C8B-B14F-4D97-AF65-F5344CB8AC3E}">
        <p14:creationId xmlns:p14="http://schemas.microsoft.com/office/powerpoint/2010/main" val="873177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D8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BB79061-1123-4DA9-B1B7-84D2BDC0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10398" cy="3943350"/>
          </a:xfrm>
          <a:custGeom xmlns:a="http://schemas.openxmlformats.org/drawingml/2006/main">
            <a:rect l="l" t="t" r="r" b="b"/>
            <a:pathLst>
              <a:path w="4816592" h="2709333">
                <a:moveTo>
                  <a:pt x="0" y="0"/>
                </a:moveTo>
                <a:lnTo>
                  <a:pt x="4816592" y="0"/>
                </a:lnTo>
                <a:lnTo>
                  <a:pt x="4816592" y="2709333"/>
                </a:lnTo>
                <a:lnTo>
                  <a:pt x="0" y="2709333"/>
                </a:lnTo>
                <a:close/>
              </a:path>
            </a:pathLst>
          </a:custGeom>
          <a:ln xmlns:a="http://schemas.openxmlformats.org/drawingml/2006/main" w="114300">
            <a:solidFill>
              <a:srgbClr val="B95B27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ECE110F-C6EA-42D4-ADA1-CB67130B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27726"/>
            <a:ext cx="7010400" cy="39710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6DFDCDDE-A03E-42CB-BBC7-E8318595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102599"/>
            <a:ext cx="6813127" cy="3747169"/>
          </a:xfrm>
          <a:custGeom xmlns:a="http://schemas.openxmlformats.org/drawingml/2006/main">
            <a:rect l="l" t="t" r="r" b="b"/>
            <a:pathLst>
              <a:path w="4681053" h="2574544">
                <a:moveTo>
                  <a:pt x="0" y="0"/>
                </a:moveTo>
                <a:lnTo>
                  <a:pt x="4681053" y="0"/>
                </a:lnTo>
                <a:lnTo>
                  <a:pt x="4681053" y="2574544"/>
                </a:lnTo>
                <a:lnTo>
                  <a:pt x="0" y="2574544"/>
                </a:lnTo>
                <a:close/>
              </a:path>
            </a:pathLst>
          </a:custGeom>
          <a:ln xmlns:a="http://schemas.openxmlformats.org/drawingml/2006/main" w="114300">
            <a:solidFill>
              <a:srgbClr val="CE892D"/>
            </a:solidFill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B30910C3-0B0A-4427-9791-76D72B9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74873"/>
            <a:ext cx="6813127" cy="377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0FA5DCA-D59C-46A0-8F36-D4D15D46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208766"/>
            <a:ext cx="6603840" cy="3555382"/>
          </a:xfrm>
          <a:custGeom xmlns:a="http://schemas.openxmlformats.org/drawingml/2006/main">
            <a:rect l="l" t="t" r="r" b="b"/>
            <a:pathLst>
              <a:path w="4537260" h="2442774">
                <a:moveTo>
                  <a:pt x="0" y="0"/>
                </a:moveTo>
                <a:lnTo>
                  <a:pt x="4537260" y="0"/>
                </a:lnTo>
                <a:lnTo>
                  <a:pt x="4537260" y="2442774"/>
                </a:lnTo>
                <a:lnTo>
                  <a:pt x="0" y="2442774"/>
                </a:lnTo>
                <a:close/>
              </a:path>
            </a:pathLst>
          </a:custGeom>
          <a:ln xmlns:a="http://schemas.openxmlformats.org/drawingml/2006/main" w="114300">
            <a:solidFill>
              <a:srgbClr val="9C996E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6901B60-A7F1-4816-8C54-0C8A2563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181040"/>
            <a:ext cx="6603840" cy="35831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DF3B62A-1248-40DB-86AA-A2D99375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640274" y="368206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21B59E-AC10-4923-AC09-3AE4F5C1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52268" y="355291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CEC1AE8-C25D-4F46-A9E6-BB2353FE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464262" y="338130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16C157DA-A771-44E3-9316-2329612E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76256" y="3252158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663716FF-B182-41C1-BFDE-3554609A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215" y="31224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7059430-4F74-44C8-A2E0-7F818219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6221" y="18309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10A47D4-4DA6-4414-8F4C-97FA44A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27" y="11494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98DA3C9-69BC-411D-97D0-39D131FF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2233" y="-117655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073A44F-B2ED-4382-9BBD-98E7D6F7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7202" y="1581848"/>
            <a:ext cx="458863" cy="788670"/>
          </a:xfrm>
          <a:custGeom xmlns:a="http://schemas.openxmlformats.org/drawingml/2006/main">
            <a:rect l="l" t="t" r="r" b="b"/>
            <a:pathLst>
              <a:path w="458863" h="788670">
                <a:moveTo>
                  <a:pt x="0" y="0"/>
                </a:moveTo>
                <a:lnTo>
                  <a:pt x="458863" y="0"/>
                </a:lnTo>
                <a:lnTo>
                  <a:pt x="458863" y="788670"/>
                </a:lnTo>
                <a:lnTo>
                  <a:pt x="0" y="7886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beb3c6a88c439c">
              <a:extLst>
                <a:ext uri="{96DAC541-7B7A-43D3-8B79-37D633B846F1}">
                  <asvg:svgBlip xmlns:asvg="http://schemas.microsoft.com/office/drawing/2016/SVG/main" r:embed="Rabdbaeda2d334b0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510BA2AC-D066-4110-AB95-7748A89E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834" y="3242998"/>
            <a:ext cx="924140" cy="306017"/>
          </a:xfrm>
          <a:custGeom xmlns:a="http://schemas.openxmlformats.org/drawingml/2006/main">
            <a:rect l="l" t="t" r="r" b="b"/>
            <a:pathLst>
              <a:path w="924140" h="306017">
                <a:moveTo>
                  <a:pt x="0" y="0"/>
                </a:moveTo>
                <a:lnTo>
                  <a:pt x="924140" y="0"/>
                </a:lnTo>
                <a:lnTo>
                  <a:pt x="924140" y="306017"/>
                </a:lnTo>
                <a:lnTo>
                  <a:pt x="0" y="3060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c4ab1dce7649ca">
              <a:extLst>
                <a:ext uri="{96DAC541-7B7A-43D3-8B79-37D633B846F1}">
                  <asvg:svgBlip xmlns:asvg="http://schemas.microsoft.com/office/drawing/2016/SVG/main" r:embed="R72ea32e474c443e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317655-8CB8-49BE-B268-4EC0B439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140" y="593662"/>
            <a:ext cx="5136121" cy="4369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95"/>
              </a:lnSpc>
              <a:buNone/>
            </a:pPr>
            <a:r>
              <a:rPr sz="3258">
                <a:solidFill>
                  <a:srgbClr val="592406"/>
                </a:solidFill>
                <a:latin typeface="Sports World"/>
                <a:ea typeface="Sports World"/>
                <a:cs typeface="Sports World"/>
              </a:rPr>
              <a:t>Recommendations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35B1841-918C-4A64-BAE5-793F1742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759" y="1450421"/>
            <a:ext cx="1947863" cy="1256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Connect the catalog to a database or CMS so products, stock, discounts, and photos can be managed without editing HTML.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2BD0E5-FB0C-4F92-92D0-0465A6CB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4134" y="1170370"/>
            <a:ext cx="3445915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Add account login and real order tracking, so customers can return to receipts across devices.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2BB48AB3-9322-4363-A39C-89F73E40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4134" y="2073690"/>
            <a:ext cx="3445915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26"/>
              </a:lnSpc>
              <a:buNone/>
            </a:pPr>
            <a:r>
              <a:rPr sz="1150">
                <a:solidFill>
                  <a:srgbClr val="000000"/>
                </a:solidFill>
                <a:latin typeface="Circe"/>
                <a:ea typeface="Circe"/>
                <a:cs typeface="Circe"/>
              </a:rPr>
              <a:t>Integrate a payment gateway and admin dashboard for order status, inventory, and sales reports.</a:t>
            </a:r>
          </a:p>
        </p:txBody>
      </p:sp>
    </p:spTree>
    <p:extLst>
      <p:ext uri="{BB962C8B-B14F-4D97-AF65-F5344CB8AC3E}">
        <p14:creationId xmlns:p14="http://schemas.microsoft.com/office/powerpoint/2010/main" val="21431681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D8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355583-AC51-4D88-A262-3831FAFB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10398" cy="3943350"/>
          </a:xfrm>
          <a:custGeom xmlns:a="http://schemas.openxmlformats.org/drawingml/2006/main">
            <a:rect l="l" t="t" r="r" b="b"/>
            <a:pathLst>
              <a:path w="4816592" h="2709333">
                <a:moveTo>
                  <a:pt x="0" y="0"/>
                </a:moveTo>
                <a:lnTo>
                  <a:pt x="4816592" y="0"/>
                </a:lnTo>
                <a:lnTo>
                  <a:pt x="4816592" y="2709333"/>
                </a:lnTo>
                <a:lnTo>
                  <a:pt x="0" y="2709333"/>
                </a:lnTo>
                <a:close/>
              </a:path>
            </a:pathLst>
          </a:custGeom>
          <a:ln xmlns:a="http://schemas.openxmlformats.org/drawingml/2006/main" w="114300">
            <a:solidFill>
              <a:srgbClr val="B95B27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B986DC7-1E2B-4836-A5DD-FCD50AA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27726"/>
            <a:ext cx="7010400" cy="39710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1A66911-9C99-4060-AE41-CE5134BA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102599"/>
            <a:ext cx="6813127" cy="3747169"/>
          </a:xfrm>
          <a:custGeom xmlns:a="http://schemas.openxmlformats.org/drawingml/2006/main">
            <a:rect l="l" t="t" r="r" b="b"/>
            <a:pathLst>
              <a:path w="4681053" h="2574544">
                <a:moveTo>
                  <a:pt x="0" y="0"/>
                </a:moveTo>
                <a:lnTo>
                  <a:pt x="4681053" y="0"/>
                </a:lnTo>
                <a:lnTo>
                  <a:pt x="4681053" y="2574544"/>
                </a:lnTo>
                <a:lnTo>
                  <a:pt x="0" y="2574544"/>
                </a:lnTo>
                <a:close/>
              </a:path>
            </a:pathLst>
          </a:custGeom>
          <a:ln xmlns:a="http://schemas.openxmlformats.org/drawingml/2006/main" w="114300">
            <a:solidFill>
              <a:srgbClr val="CE892D"/>
            </a:solidFill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A2BDF49-D5C9-4415-9DE2-3C512319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9" y="74873"/>
            <a:ext cx="6813127" cy="377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2D6B6AC-395C-42F0-8EF6-08F635F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208766"/>
            <a:ext cx="6603840" cy="3555382"/>
          </a:xfrm>
          <a:custGeom xmlns:a="http://schemas.openxmlformats.org/drawingml/2006/main">
            <a:rect l="l" t="t" r="r" b="b"/>
            <a:pathLst>
              <a:path w="4537260" h="2442774">
                <a:moveTo>
                  <a:pt x="0" y="0"/>
                </a:moveTo>
                <a:lnTo>
                  <a:pt x="4537260" y="0"/>
                </a:lnTo>
                <a:lnTo>
                  <a:pt x="4537260" y="2442774"/>
                </a:lnTo>
                <a:lnTo>
                  <a:pt x="0" y="2442774"/>
                </a:lnTo>
                <a:close/>
              </a:path>
            </a:pathLst>
          </a:custGeom>
          <a:ln xmlns:a="http://schemas.openxmlformats.org/drawingml/2006/main" w="114300">
            <a:solidFill>
              <a:srgbClr val="9C996E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AF0CC2-5FC5-40BB-83C8-3CA4B0C7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84" y="181040"/>
            <a:ext cx="6603840" cy="35831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spcBef>
                <a:spcPts val="0"/>
              </a:spcBef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4BA6C005-D5C6-4B9D-BB42-41EFBB63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4" y="3102337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9C996E"/>
            </a:solidFill>
            <a:prstDash val="solid"/>
          </a:ln>
        </p:spPr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726677D-F828-4CDF-81E0-EDEA17C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4" y="3230962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B95B27"/>
            </a:solidFill>
            <a:prstDash val="solid"/>
          </a:ln>
        </p:spPr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060E4BD5-C002-47BB-84FF-70E325B2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4" y="3359588"/>
            <a:ext cx="2488692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CE892D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134DFBC8-2972-459F-87F8-55D1A798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640274" y="368206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3179DD1-5FB7-4EED-BE30-980B6315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52268" y="3552910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D15034B-9B78-4712-ACDA-882D0C35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464262" y="338130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6C53692D-0F5C-4730-9001-F8238F2C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76256" y="3252158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AEC33D46-3409-4DA9-8D51-6823CC5B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215" y="31224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3"/>
                </a:quadBezTo>
              </a:path>
            </a:pathLst>
          </a:custGeom>
          <a:ln xmlns:a="http://schemas.openxmlformats.org/drawingml/2006/main" w="248285">
            <a:solidFill>
              <a:srgbClr val="CE892D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0F67B1A-4B42-44AC-81AA-02D4A5D0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6221" y="183097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B95B27"/>
            </a:solidFill>
            <a:prstDash val="solid"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91A0B067-C115-4D3E-917B-769E7C9B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27" y="11494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4"/>
                </a:moveTo>
                <a:quadBezTo>
                  <a:pt x="1622398" y="-521895"/>
                  <a:pt x="2091470" y="1228884"/>
                </a:quadBezTo>
              </a:path>
            </a:pathLst>
          </a:custGeom>
          <a:ln xmlns:a="http://schemas.openxmlformats.org/drawingml/2006/main" w="248285">
            <a:solidFill>
              <a:srgbClr val="EAC88B"/>
            </a:solidFill>
            <a:prstDash val="solid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DFD5C75F-97F4-44FC-9709-07FC9ED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2233" y="-117655"/>
            <a:ext cx="1568602" cy="921663"/>
          </a:xfrm>
          <a:custGeom xmlns:a="http://schemas.openxmlformats.org/drawingml/2006/main">
            <a:rect l="l" t="t" r="r" b="b"/>
            <a:pathLst>
              <a:path w="2091470" h="1228884">
                <a:moveTo>
                  <a:pt x="0" y="221643"/>
                </a:moveTo>
                <a:quadBezTo>
                  <a:pt x="1622397" y="-521895"/>
                  <a:pt x="2091469" y="1228884"/>
                </a:quadBezTo>
              </a:path>
            </a:pathLst>
          </a:custGeom>
          <a:ln xmlns:a="http://schemas.openxmlformats.org/drawingml/2006/main" w="248285">
            <a:solidFill>
              <a:srgbClr val="7D8560"/>
            </a:solidFill>
            <a:prstDash val="solid"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68C0021-4FE2-445C-9F29-F45D1986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5713" y="2750137"/>
            <a:ext cx="854571" cy="961650"/>
          </a:xfrm>
          <a:custGeom xmlns:a="http://schemas.openxmlformats.org/drawingml/2006/main">
            <a:rect l="l" t="t" r="r" b="b"/>
            <a:pathLst>
              <a:path w="609436" h="685800">
                <a:moveTo>
                  <a:pt x="304718" y="342900"/>
                </a:moveTo>
                <a:cubicBezTo>
                  <a:pt x="-217252" y="330200"/>
                  <a:pt x="32938" y="-101600"/>
                  <a:pt x="304718" y="342900"/>
                </a:cubicBezTo>
                <a:close/>
                <a:cubicBezTo>
                  <a:pt x="54528" y="800100"/>
                  <a:pt x="553638" y="800100"/>
                  <a:pt x="304718" y="342900"/>
                </a:cubicBezTo>
                <a:close/>
                <a:cubicBezTo>
                  <a:pt x="-217252" y="355600"/>
                  <a:pt x="32938" y="787400"/>
                  <a:pt x="304718" y="342900"/>
                </a:cubicBezTo>
                <a:close/>
                <a:cubicBezTo>
                  <a:pt x="54528" y="-114300"/>
                  <a:pt x="553638" y="-114300"/>
                  <a:pt x="304718" y="342900"/>
                </a:cubicBezTo>
                <a:close/>
                <a:cubicBezTo>
                  <a:pt x="576498" y="787400"/>
                  <a:pt x="826688" y="355600"/>
                  <a:pt x="304718" y="342900"/>
                </a:cubicBezTo>
                <a:close/>
                <a:cubicBezTo>
                  <a:pt x="576498" y="-101600"/>
                  <a:pt x="826688" y="330200"/>
                  <a:pt x="304718" y="342900"/>
                </a:cubicBezTo>
                <a:close/>
                <a:moveTo>
                  <a:pt x="327578" y="342900"/>
                </a:moveTo>
                <a:cubicBezTo>
                  <a:pt x="319958" y="342900"/>
                  <a:pt x="312338" y="342900"/>
                  <a:pt x="304718" y="342900"/>
                </a:cubicBezTo>
                <a:cubicBezTo>
                  <a:pt x="308528" y="336550"/>
                  <a:pt x="312338" y="330200"/>
                  <a:pt x="316148" y="322580"/>
                </a:cubicBezTo>
                <a:cubicBezTo>
                  <a:pt x="312338" y="328930"/>
                  <a:pt x="308528" y="336550"/>
                  <a:pt x="304718" y="342900"/>
                </a:cubicBezTo>
                <a:cubicBezTo>
                  <a:pt x="300908" y="336550"/>
                  <a:pt x="297098" y="328930"/>
                  <a:pt x="293288" y="322580"/>
                </a:cubicBezTo>
                <a:cubicBezTo>
                  <a:pt x="297098" y="328930"/>
                  <a:pt x="300908" y="336550"/>
                  <a:pt x="304718" y="342900"/>
                </a:cubicBezTo>
                <a:cubicBezTo>
                  <a:pt x="297098" y="342900"/>
                  <a:pt x="289478" y="342900"/>
                  <a:pt x="281858" y="342900"/>
                </a:cubicBezTo>
                <a:cubicBezTo>
                  <a:pt x="289478" y="342900"/>
                  <a:pt x="297098" y="342900"/>
                  <a:pt x="304718" y="342900"/>
                </a:cubicBezTo>
                <a:cubicBezTo>
                  <a:pt x="300908" y="349250"/>
                  <a:pt x="297098" y="355600"/>
                  <a:pt x="293288" y="363220"/>
                </a:cubicBezTo>
                <a:cubicBezTo>
                  <a:pt x="297098" y="356870"/>
                  <a:pt x="300908" y="349250"/>
                  <a:pt x="304718" y="342900"/>
                </a:cubicBezTo>
                <a:cubicBezTo>
                  <a:pt x="308528" y="349250"/>
                  <a:pt x="312338" y="356870"/>
                  <a:pt x="316148" y="363220"/>
                </a:cubicBezTo>
                <a:cubicBezTo>
                  <a:pt x="312338" y="356870"/>
                  <a:pt x="308528" y="349250"/>
                  <a:pt x="304718" y="342900"/>
                </a:cubicBezTo>
                <a:cubicBezTo>
                  <a:pt x="312338" y="342900"/>
                  <a:pt x="319958" y="342900"/>
                  <a:pt x="327578" y="342900"/>
                </a:cubicBezTo>
                <a:close/>
              </a:path>
            </a:pathLst>
          </a:custGeom>
          <a:solidFill xmlns:a="http://schemas.openxmlformats.org/drawingml/2006/main">
            <a:srgbClr val="B95B27"/>
          </a:solid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63ED42-BFCA-468F-B929-688A332B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3682" y="2954933"/>
            <a:ext cx="498633" cy="525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8945BE6-2B32-4CB9-B012-DDCE43F6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068" y="2832331"/>
            <a:ext cx="691862" cy="778555"/>
          </a:xfrm>
          <a:custGeom xmlns:a="http://schemas.openxmlformats.org/drawingml/2006/main">
            <a:rect l="l" t="t" r="r" b="b"/>
            <a:pathLst>
              <a:path w="609436" h="685800">
                <a:moveTo>
                  <a:pt x="304718" y="342900"/>
                </a:moveTo>
                <a:cubicBezTo>
                  <a:pt x="-217252" y="330200"/>
                  <a:pt x="32938" y="-101600"/>
                  <a:pt x="304718" y="342900"/>
                </a:cubicBezTo>
                <a:close/>
                <a:cubicBezTo>
                  <a:pt x="54528" y="800100"/>
                  <a:pt x="553638" y="800100"/>
                  <a:pt x="304718" y="342900"/>
                </a:cubicBezTo>
                <a:close/>
                <a:cubicBezTo>
                  <a:pt x="-217252" y="355600"/>
                  <a:pt x="32938" y="787400"/>
                  <a:pt x="304718" y="342900"/>
                </a:cubicBezTo>
                <a:close/>
                <a:cubicBezTo>
                  <a:pt x="54528" y="-114300"/>
                  <a:pt x="553638" y="-114300"/>
                  <a:pt x="304718" y="342900"/>
                </a:cubicBezTo>
                <a:close/>
                <a:cubicBezTo>
                  <a:pt x="576498" y="787400"/>
                  <a:pt x="826688" y="355600"/>
                  <a:pt x="304718" y="342900"/>
                </a:cubicBezTo>
                <a:close/>
                <a:cubicBezTo>
                  <a:pt x="576498" y="-101600"/>
                  <a:pt x="826688" y="330200"/>
                  <a:pt x="304718" y="342900"/>
                </a:cubicBezTo>
                <a:close/>
                <a:moveTo>
                  <a:pt x="327578" y="342900"/>
                </a:moveTo>
                <a:cubicBezTo>
                  <a:pt x="319958" y="342900"/>
                  <a:pt x="312338" y="342900"/>
                  <a:pt x="304718" y="342900"/>
                </a:cubicBezTo>
                <a:cubicBezTo>
                  <a:pt x="308528" y="336550"/>
                  <a:pt x="312338" y="330200"/>
                  <a:pt x="316148" y="322580"/>
                </a:cubicBezTo>
                <a:cubicBezTo>
                  <a:pt x="312338" y="328930"/>
                  <a:pt x="308528" y="336550"/>
                  <a:pt x="304718" y="342900"/>
                </a:cubicBezTo>
                <a:cubicBezTo>
                  <a:pt x="300908" y="336550"/>
                  <a:pt x="297098" y="328930"/>
                  <a:pt x="293288" y="322580"/>
                </a:cubicBezTo>
                <a:cubicBezTo>
                  <a:pt x="297098" y="328930"/>
                  <a:pt x="300908" y="336550"/>
                  <a:pt x="304718" y="342900"/>
                </a:cubicBezTo>
                <a:cubicBezTo>
                  <a:pt x="297098" y="342900"/>
                  <a:pt x="289478" y="342900"/>
                  <a:pt x="281858" y="342900"/>
                </a:cubicBezTo>
                <a:cubicBezTo>
                  <a:pt x="289478" y="342900"/>
                  <a:pt x="297098" y="342900"/>
                  <a:pt x="304718" y="342900"/>
                </a:cubicBezTo>
                <a:cubicBezTo>
                  <a:pt x="300908" y="349250"/>
                  <a:pt x="297098" y="355600"/>
                  <a:pt x="293288" y="363220"/>
                </a:cubicBezTo>
                <a:cubicBezTo>
                  <a:pt x="297098" y="356870"/>
                  <a:pt x="300908" y="349250"/>
                  <a:pt x="304718" y="342900"/>
                </a:cubicBezTo>
                <a:cubicBezTo>
                  <a:pt x="308528" y="349250"/>
                  <a:pt x="312338" y="356870"/>
                  <a:pt x="316148" y="363220"/>
                </a:cubicBezTo>
                <a:cubicBezTo>
                  <a:pt x="312338" y="356870"/>
                  <a:pt x="308528" y="349250"/>
                  <a:pt x="304718" y="342900"/>
                </a:cubicBezTo>
                <a:cubicBezTo>
                  <a:pt x="312338" y="342900"/>
                  <a:pt x="319958" y="342900"/>
                  <a:pt x="327578" y="342900"/>
                </a:cubicBezTo>
                <a:close/>
              </a:path>
            </a:pathLst>
          </a:custGeom>
          <a:solidFill xmlns:a="http://schemas.openxmlformats.org/drawingml/2006/main">
            <a:srgbClr val="9C996E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BA37A535-D258-4E04-837C-1622BE63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151" y="2998134"/>
            <a:ext cx="403695" cy="4253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C201F43A-5120-4B04-B46D-0D74CEFE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0361" y="2964357"/>
            <a:ext cx="465275" cy="523577"/>
          </a:xfrm>
          <a:custGeom xmlns:a="http://schemas.openxmlformats.org/drawingml/2006/main">
            <a:rect l="l" t="t" r="r" b="b"/>
            <a:pathLst>
              <a:path w="609436" h="685800">
                <a:moveTo>
                  <a:pt x="304718" y="342900"/>
                </a:moveTo>
                <a:cubicBezTo>
                  <a:pt x="-217252" y="330200"/>
                  <a:pt x="32938" y="-101600"/>
                  <a:pt x="304718" y="342900"/>
                </a:cubicBezTo>
                <a:close/>
                <a:cubicBezTo>
                  <a:pt x="54528" y="800100"/>
                  <a:pt x="553638" y="800100"/>
                  <a:pt x="304718" y="342900"/>
                </a:cubicBezTo>
                <a:close/>
                <a:cubicBezTo>
                  <a:pt x="-217252" y="355600"/>
                  <a:pt x="32938" y="787400"/>
                  <a:pt x="304718" y="342900"/>
                </a:cubicBezTo>
                <a:close/>
                <a:cubicBezTo>
                  <a:pt x="54528" y="-114300"/>
                  <a:pt x="553638" y="-114300"/>
                  <a:pt x="304718" y="342900"/>
                </a:cubicBezTo>
                <a:close/>
                <a:cubicBezTo>
                  <a:pt x="576498" y="787400"/>
                  <a:pt x="826688" y="355600"/>
                  <a:pt x="304718" y="342900"/>
                </a:cubicBezTo>
                <a:close/>
                <a:cubicBezTo>
                  <a:pt x="576498" y="-101600"/>
                  <a:pt x="826688" y="330200"/>
                  <a:pt x="304718" y="342900"/>
                </a:cubicBezTo>
                <a:close/>
                <a:moveTo>
                  <a:pt x="327578" y="342900"/>
                </a:moveTo>
                <a:cubicBezTo>
                  <a:pt x="319958" y="342900"/>
                  <a:pt x="312338" y="342900"/>
                  <a:pt x="304718" y="342900"/>
                </a:cubicBezTo>
                <a:cubicBezTo>
                  <a:pt x="308528" y="336550"/>
                  <a:pt x="312338" y="330200"/>
                  <a:pt x="316148" y="322580"/>
                </a:cubicBezTo>
                <a:cubicBezTo>
                  <a:pt x="312338" y="328930"/>
                  <a:pt x="308528" y="336550"/>
                  <a:pt x="304718" y="342900"/>
                </a:cubicBezTo>
                <a:cubicBezTo>
                  <a:pt x="300908" y="336550"/>
                  <a:pt x="297098" y="328930"/>
                  <a:pt x="293288" y="322580"/>
                </a:cubicBezTo>
                <a:cubicBezTo>
                  <a:pt x="297098" y="328930"/>
                  <a:pt x="300908" y="336550"/>
                  <a:pt x="304718" y="342900"/>
                </a:cubicBezTo>
                <a:cubicBezTo>
                  <a:pt x="297098" y="342900"/>
                  <a:pt x="289478" y="342900"/>
                  <a:pt x="281858" y="342900"/>
                </a:cubicBezTo>
                <a:cubicBezTo>
                  <a:pt x="289478" y="342900"/>
                  <a:pt x="297098" y="342900"/>
                  <a:pt x="304718" y="342900"/>
                </a:cubicBezTo>
                <a:cubicBezTo>
                  <a:pt x="300908" y="349250"/>
                  <a:pt x="297098" y="355600"/>
                  <a:pt x="293288" y="363220"/>
                </a:cubicBezTo>
                <a:cubicBezTo>
                  <a:pt x="297098" y="356870"/>
                  <a:pt x="300908" y="349250"/>
                  <a:pt x="304718" y="342900"/>
                </a:cubicBezTo>
                <a:cubicBezTo>
                  <a:pt x="308528" y="349250"/>
                  <a:pt x="312338" y="356870"/>
                  <a:pt x="316148" y="363220"/>
                </a:cubicBezTo>
                <a:cubicBezTo>
                  <a:pt x="312338" y="356870"/>
                  <a:pt x="308528" y="349250"/>
                  <a:pt x="304718" y="342900"/>
                </a:cubicBezTo>
                <a:cubicBezTo>
                  <a:pt x="312338" y="342900"/>
                  <a:pt x="319958" y="342900"/>
                  <a:pt x="327578" y="342900"/>
                </a:cubicBezTo>
                <a:close/>
              </a:path>
            </a:pathLst>
          </a:custGeom>
          <a:solidFill xmlns:a="http://schemas.openxmlformats.org/drawingml/2006/main">
            <a:srgbClr val="EAC88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C8C17639-CD0C-4810-A61B-14B43DF4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7257" y="3075859"/>
            <a:ext cx="271483" cy="2860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9DEA711-7781-48AA-BE6C-ABC4CED0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" y="394335"/>
            <a:ext cx="1295926" cy="1286326"/>
          </a:xfrm>
          <a:custGeom xmlns:a="http://schemas.openxmlformats.org/drawingml/2006/main">
            <a:rect l="l" t="t" r="r" b="b"/>
            <a:pathLst>
              <a:path w="685800" h="680720">
                <a:moveTo>
                  <a:pt x="342900" y="0"/>
                </a:moveTo>
                <a:lnTo>
                  <a:pt x="372110" y="224790"/>
                </a:lnTo>
                <a:lnTo>
                  <a:pt x="502920" y="39370"/>
                </a:lnTo>
                <a:lnTo>
                  <a:pt x="425450" y="252730"/>
                </a:lnTo>
                <a:lnTo>
                  <a:pt x="627380" y="148590"/>
                </a:lnTo>
                <a:lnTo>
                  <a:pt x="459740" y="300990"/>
                </a:lnTo>
                <a:lnTo>
                  <a:pt x="685800" y="303530"/>
                </a:lnTo>
                <a:lnTo>
                  <a:pt x="466090" y="360680"/>
                </a:lnTo>
                <a:lnTo>
                  <a:pt x="665480" y="467360"/>
                </a:lnTo>
                <a:lnTo>
                  <a:pt x="445770" y="416560"/>
                </a:lnTo>
                <a:lnTo>
                  <a:pt x="571500" y="604520"/>
                </a:lnTo>
                <a:lnTo>
                  <a:pt x="401320" y="455930"/>
                </a:lnTo>
                <a:lnTo>
                  <a:pt x="425450" y="680720"/>
                </a:lnTo>
                <a:lnTo>
                  <a:pt x="342900" y="469900"/>
                </a:lnTo>
                <a:lnTo>
                  <a:pt x="260350" y="680720"/>
                </a:lnTo>
                <a:lnTo>
                  <a:pt x="284480" y="455930"/>
                </a:lnTo>
                <a:lnTo>
                  <a:pt x="114300" y="604520"/>
                </a:lnTo>
                <a:lnTo>
                  <a:pt x="240030" y="416560"/>
                </a:lnTo>
                <a:lnTo>
                  <a:pt x="20320" y="467360"/>
                </a:lnTo>
                <a:lnTo>
                  <a:pt x="219710" y="360680"/>
                </a:lnTo>
                <a:lnTo>
                  <a:pt x="0" y="303530"/>
                </a:lnTo>
                <a:lnTo>
                  <a:pt x="226060" y="300990"/>
                </a:lnTo>
                <a:lnTo>
                  <a:pt x="58420" y="148590"/>
                </a:lnTo>
                <a:lnTo>
                  <a:pt x="260350" y="252730"/>
                </a:lnTo>
                <a:lnTo>
                  <a:pt x="182880" y="39370"/>
                </a:lnTo>
                <a:lnTo>
                  <a:pt x="313690" y="224790"/>
                </a:lnTo>
                <a:close/>
              </a:path>
            </a:pathLst>
          </a:custGeom>
          <a:solidFill xmlns:a="http://schemas.openxmlformats.org/drawingml/2006/main">
            <a:srgbClr val="B95B27"/>
          </a:solid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B2CDAE40-5FF8-40BA-A0B7-348BEE42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311" y="790312"/>
            <a:ext cx="455973" cy="4919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BCD5C9C7-723A-4B5A-A887-469EF1C9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888" y="1147424"/>
            <a:ext cx="3966041" cy="15322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17"/>
              </a:lnSpc>
              <a:buNone/>
            </a:pPr>
            <a:r>
              <a:rPr sz="6018">
                <a:solidFill>
                  <a:srgbClr val="CE892D"/>
                </a:solidFill>
                <a:latin typeface="Sports World"/>
                <a:ea typeface="Sports World"/>
                <a:cs typeface="Sports World"/>
              </a:rPr>
              <a:t>Thank You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C301523-8529-4445-94C2-40A58200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6929" y="1879393"/>
            <a:ext cx="1084964" cy="1084964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lnTo>
                  <a:pt x="463617" y="45143"/>
                </a:lnTo>
                <a:lnTo>
                  <a:pt x="531984" y="19891"/>
                </a:lnTo>
                <a:lnTo>
                  <a:pt x="572451" y="80505"/>
                </a:lnTo>
                <a:lnTo>
                  <a:pt x="645276" y="77616"/>
                </a:lnTo>
                <a:lnTo>
                  <a:pt x="665032" y="147768"/>
                </a:lnTo>
                <a:lnTo>
                  <a:pt x="735184" y="167524"/>
                </a:lnTo>
                <a:lnTo>
                  <a:pt x="732295" y="240349"/>
                </a:lnTo>
                <a:lnTo>
                  <a:pt x="792909" y="280816"/>
                </a:lnTo>
                <a:lnTo>
                  <a:pt x="767657" y="349183"/>
                </a:lnTo>
                <a:lnTo>
                  <a:pt x="812800" y="406400"/>
                </a:lnTo>
                <a:lnTo>
                  <a:pt x="767657" y="463617"/>
                </a:lnTo>
                <a:lnTo>
                  <a:pt x="792909" y="531984"/>
                </a:lnTo>
                <a:lnTo>
                  <a:pt x="732295" y="572451"/>
                </a:lnTo>
                <a:lnTo>
                  <a:pt x="735184" y="645276"/>
                </a:lnTo>
                <a:lnTo>
                  <a:pt x="665032" y="665032"/>
                </a:lnTo>
                <a:lnTo>
                  <a:pt x="645276" y="735184"/>
                </a:lnTo>
                <a:lnTo>
                  <a:pt x="572451" y="732295"/>
                </a:lnTo>
                <a:lnTo>
                  <a:pt x="531984" y="792909"/>
                </a:lnTo>
                <a:lnTo>
                  <a:pt x="463617" y="767657"/>
                </a:lnTo>
                <a:lnTo>
                  <a:pt x="406400" y="812800"/>
                </a:lnTo>
                <a:lnTo>
                  <a:pt x="349183" y="767657"/>
                </a:lnTo>
                <a:lnTo>
                  <a:pt x="280816" y="792909"/>
                </a:lnTo>
                <a:lnTo>
                  <a:pt x="240349" y="732295"/>
                </a:lnTo>
                <a:lnTo>
                  <a:pt x="167524" y="735184"/>
                </a:lnTo>
                <a:lnTo>
                  <a:pt x="147768" y="665032"/>
                </a:lnTo>
                <a:lnTo>
                  <a:pt x="77616" y="645276"/>
                </a:lnTo>
                <a:lnTo>
                  <a:pt x="80505" y="572451"/>
                </a:lnTo>
                <a:lnTo>
                  <a:pt x="19891" y="531984"/>
                </a:lnTo>
                <a:lnTo>
                  <a:pt x="45143" y="463617"/>
                </a:lnTo>
                <a:lnTo>
                  <a:pt x="0" y="406400"/>
                </a:lnTo>
                <a:lnTo>
                  <a:pt x="45143" y="349183"/>
                </a:lnTo>
                <a:lnTo>
                  <a:pt x="19891" y="280816"/>
                </a:lnTo>
                <a:lnTo>
                  <a:pt x="80505" y="240349"/>
                </a:lnTo>
                <a:lnTo>
                  <a:pt x="77616" y="167524"/>
                </a:lnTo>
                <a:lnTo>
                  <a:pt x="147768" y="147768"/>
                </a:lnTo>
                <a:lnTo>
                  <a:pt x="167524" y="77616"/>
                </a:lnTo>
                <a:lnTo>
                  <a:pt x="240349" y="80505"/>
                </a:lnTo>
                <a:lnTo>
                  <a:pt x="280816" y="19891"/>
                </a:lnTo>
                <a:lnTo>
                  <a:pt x="349183" y="45143"/>
                </a:lnTo>
                <a:lnTo>
                  <a:pt x="406400" y="0"/>
                </a:lnTo>
                <a:close/>
              </a:path>
            </a:pathLst>
          </a:custGeom>
          <a:solidFill xmlns:a="http://schemas.openxmlformats.org/drawingml/2006/main">
            <a:srgbClr val="7D8560"/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9A268C4C-67A2-42E9-954C-DCA6AC52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5596" y="1972632"/>
            <a:ext cx="847628" cy="8730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473" tIns="19473" rIns="19473" bIns="19473" anchor="ctr"/>
          <a:lstStyle xmlns:a="http://schemas.openxmlformats.org/drawingml/2006/main"/>
          <a:p xmlns:a="http://schemas.openxmlformats.org/drawingml/2006/main">
            <a:pPr algn="ctr">
              <a:lnSpc>
                <a:spcPts val="1019"/>
              </a:lnSpc>
              <a:buNone/>
            </a:pP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AF06D65-CF2F-4135-BBC2-5EF6572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97730">
            <a:off x="5284840" y="2225427"/>
            <a:ext cx="1248205" cy="395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29"/>
              </a:lnSpc>
              <a:buNone/>
            </a:pPr>
            <a:r>
              <a:rPr sz="1456">
                <a:solidFill>
                  <a:srgbClr val="FFFFFF"/>
                </a:solidFill>
                <a:latin typeface="Circe"/>
                <a:ea typeface="Circe"/>
                <a:cs typeface="Circe"/>
              </a:rPr>
              <a:t>Angkor Maison</a:t>
            </a:r>
          </a:p>
        </p:txBody>
      </p:sp>
    </p:spTree>
    <p:extLst>
      <p:ext uri="{BB962C8B-B14F-4D97-AF65-F5344CB8AC3E}">
        <p14:creationId xmlns:p14="http://schemas.microsoft.com/office/powerpoint/2010/main" val="42619283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2026-06-18T07:58:35.5480000Z</dcterms:created>
  <dcterms:modified xsi:type="dcterms:W3CDTF">2026-06-18T07:58:35.5480000Z</dcterms:modified>
</coreProperties>
</file>